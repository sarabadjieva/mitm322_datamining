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96" r:id="rId3"/>
    <p:sldId id="259" r:id="rId4"/>
    <p:sldId id="263" r:id="rId5"/>
    <p:sldId id="288" r:id="rId6"/>
    <p:sldId id="261" r:id="rId7"/>
    <p:sldId id="257" r:id="rId8"/>
    <p:sldId id="262" r:id="rId9"/>
    <p:sldId id="294" r:id="rId10"/>
    <p:sldId id="295" r:id="rId11"/>
    <p:sldId id="265" r:id="rId12"/>
    <p:sldId id="258" r:id="rId13"/>
    <p:sldId id="289" r:id="rId14"/>
    <p:sldId id="272" r:id="rId15"/>
    <p:sldId id="270" r:id="rId16"/>
    <p:sldId id="271" r:id="rId17"/>
    <p:sldId id="273" r:id="rId18"/>
    <p:sldId id="276" r:id="rId19"/>
    <p:sldId id="277" r:id="rId20"/>
    <p:sldId id="274" r:id="rId21"/>
    <p:sldId id="275" r:id="rId22"/>
    <p:sldId id="299" r:id="rId23"/>
    <p:sldId id="278" r:id="rId24"/>
    <p:sldId id="280" r:id="rId25"/>
    <p:sldId id="283" r:id="rId26"/>
    <p:sldId id="286" r:id="rId27"/>
    <p:sldId id="300" r:id="rId28"/>
    <p:sldId id="301" r:id="rId29"/>
    <p:sldId id="302" r:id="rId30"/>
    <p:sldId id="298" r:id="rId31"/>
    <p:sldId id="303" r:id="rId32"/>
    <p:sldId id="305" r:id="rId33"/>
    <p:sldId id="306" r:id="rId34"/>
    <p:sldId id="307" r:id="rId35"/>
    <p:sldId id="297" r:id="rId36"/>
    <p:sldId id="308" r:id="rId37"/>
    <p:sldId id="260" r:id="rId38"/>
    <p:sldId id="290" r:id="rId39"/>
    <p:sldId id="291" r:id="rId40"/>
    <p:sldId id="29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103" d="100"/>
          <a:sy n="103" d="100"/>
        </p:scale>
        <p:origin x="138" y="3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A6EC0C-DEE4-40F6-86B4-D1F1BAA34F22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E15E3F5-F3BE-464D-817C-B1087CD604CB}">
      <dgm:prSet phldrT="[Text]"/>
      <dgm:spPr/>
      <dgm:t>
        <a:bodyPr/>
        <a:lstStyle/>
        <a:p>
          <a:r>
            <a:rPr lang="bg-BG" dirty="0" smtClean="0"/>
            <a:t>Идея</a:t>
          </a:r>
          <a:endParaRPr lang="en-US" dirty="0"/>
        </a:p>
      </dgm:t>
    </dgm:pt>
    <dgm:pt modelId="{24A22A0E-B987-4FF8-A6DF-3200D07D04F9}" type="parTrans" cxnId="{C8E0D2C4-6972-42CA-808A-D9D054E91DF9}">
      <dgm:prSet/>
      <dgm:spPr/>
      <dgm:t>
        <a:bodyPr/>
        <a:lstStyle/>
        <a:p>
          <a:endParaRPr lang="en-US"/>
        </a:p>
      </dgm:t>
    </dgm:pt>
    <dgm:pt modelId="{AC3D5602-5EC8-4D0F-B514-4FFED909E1D6}" type="sibTrans" cxnId="{C8E0D2C4-6972-42CA-808A-D9D054E91DF9}">
      <dgm:prSet/>
      <dgm:spPr/>
      <dgm:t>
        <a:bodyPr/>
        <a:lstStyle/>
        <a:p>
          <a:endParaRPr lang="en-US"/>
        </a:p>
      </dgm:t>
    </dgm:pt>
    <dgm:pt modelId="{F22A9558-636C-4D6B-898D-18BAFAAFA5AC}">
      <dgm:prSet phldrT="[Text]"/>
      <dgm:spPr/>
      <dgm:t>
        <a:bodyPr/>
        <a:lstStyle/>
        <a:p>
          <a:r>
            <a:rPr lang="bg-BG" dirty="0" smtClean="0"/>
            <a:t>Мотивация</a:t>
          </a:r>
          <a:endParaRPr lang="en-US" dirty="0"/>
        </a:p>
      </dgm:t>
    </dgm:pt>
    <dgm:pt modelId="{3D5BDC0B-A5D6-43B0-A5A9-9E114C114844}" type="parTrans" cxnId="{1E9300B2-628D-44D3-A57D-28E184F9B362}">
      <dgm:prSet/>
      <dgm:spPr/>
      <dgm:t>
        <a:bodyPr/>
        <a:lstStyle/>
        <a:p>
          <a:endParaRPr lang="en-US"/>
        </a:p>
      </dgm:t>
    </dgm:pt>
    <dgm:pt modelId="{39ABA43A-088B-4089-A865-1B071A236810}" type="sibTrans" cxnId="{1E9300B2-628D-44D3-A57D-28E184F9B362}">
      <dgm:prSet/>
      <dgm:spPr/>
      <dgm:t>
        <a:bodyPr/>
        <a:lstStyle/>
        <a:p>
          <a:endParaRPr lang="en-US"/>
        </a:p>
      </dgm:t>
    </dgm:pt>
    <dgm:pt modelId="{CE848E3A-7CAD-4D9F-8E14-D4ED80760259}">
      <dgm:prSet phldrT="[Text]"/>
      <dgm:spPr/>
      <dgm:t>
        <a:bodyPr/>
        <a:lstStyle/>
        <a:p>
          <a:r>
            <a:rPr lang="bg-BG" dirty="0" smtClean="0"/>
            <a:t>Обработка</a:t>
          </a:r>
          <a:endParaRPr lang="en-US" dirty="0"/>
        </a:p>
      </dgm:t>
    </dgm:pt>
    <dgm:pt modelId="{F2E49564-0B04-4E49-9163-20AAE3152DFC}" type="parTrans" cxnId="{98977524-1AFA-43DA-A3F6-C746F07D93EC}">
      <dgm:prSet/>
      <dgm:spPr/>
      <dgm:t>
        <a:bodyPr/>
        <a:lstStyle/>
        <a:p>
          <a:endParaRPr lang="en-US"/>
        </a:p>
      </dgm:t>
    </dgm:pt>
    <dgm:pt modelId="{A0EEC6BB-D102-4099-BBAA-242E941072EB}" type="sibTrans" cxnId="{98977524-1AFA-43DA-A3F6-C746F07D93EC}">
      <dgm:prSet/>
      <dgm:spPr/>
      <dgm:t>
        <a:bodyPr/>
        <a:lstStyle/>
        <a:p>
          <a:endParaRPr lang="en-US"/>
        </a:p>
      </dgm:t>
    </dgm:pt>
    <dgm:pt modelId="{8A77C5EF-E0DF-4CEF-8E75-C90EE9608E21}">
      <dgm:prSet phldrT="[Text]"/>
      <dgm:spPr/>
      <dgm:t>
        <a:bodyPr/>
        <a:lstStyle/>
        <a:p>
          <a:r>
            <a:rPr lang="bg-BG" dirty="0" smtClean="0"/>
            <a:t>Предизвикателства</a:t>
          </a:r>
          <a:endParaRPr lang="en-US" dirty="0"/>
        </a:p>
      </dgm:t>
    </dgm:pt>
    <dgm:pt modelId="{67D695EC-1FEA-4F18-AA13-96EB56A1196B}" type="parTrans" cxnId="{AB599824-FD6A-41F2-8E70-E7297B36F5BD}">
      <dgm:prSet/>
      <dgm:spPr/>
      <dgm:t>
        <a:bodyPr/>
        <a:lstStyle/>
        <a:p>
          <a:endParaRPr lang="en-US"/>
        </a:p>
      </dgm:t>
    </dgm:pt>
    <dgm:pt modelId="{C492C75E-9AFD-4F3D-8C75-995491FD6BFF}" type="sibTrans" cxnId="{AB599824-FD6A-41F2-8E70-E7297B36F5BD}">
      <dgm:prSet/>
      <dgm:spPr/>
      <dgm:t>
        <a:bodyPr/>
        <a:lstStyle/>
        <a:p>
          <a:endParaRPr lang="en-US"/>
        </a:p>
      </dgm:t>
    </dgm:pt>
    <dgm:pt modelId="{8897EF7C-90D2-452B-9D2D-7D9C3636F98E}">
      <dgm:prSet phldrT="[Text]"/>
      <dgm:spPr/>
      <dgm:t>
        <a:bodyPr/>
        <a:lstStyle/>
        <a:p>
          <a:r>
            <a:rPr lang="bg-BG" dirty="0" smtClean="0"/>
            <a:t>Анализ</a:t>
          </a:r>
          <a:endParaRPr lang="en-US" dirty="0"/>
        </a:p>
      </dgm:t>
    </dgm:pt>
    <dgm:pt modelId="{24472A29-F961-41A6-AE44-47D99C3D8501}" type="parTrans" cxnId="{8A62A179-7AF0-40A3-955A-28AE7518379B}">
      <dgm:prSet/>
      <dgm:spPr/>
      <dgm:t>
        <a:bodyPr/>
        <a:lstStyle/>
        <a:p>
          <a:endParaRPr lang="en-US"/>
        </a:p>
      </dgm:t>
    </dgm:pt>
    <dgm:pt modelId="{368051C1-A814-4565-9424-79F1BF3F17EA}" type="sibTrans" cxnId="{8A62A179-7AF0-40A3-955A-28AE7518379B}">
      <dgm:prSet/>
      <dgm:spPr/>
      <dgm:t>
        <a:bodyPr/>
        <a:lstStyle/>
        <a:p>
          <a:endParaRPr lang="en-US"/>
        </a:p>
      </dgm:t>
    </dgm:pt>
    <dgm:pt modelId="{A05A0B5B-EFAB-4171-9853-50DEB9926069}">
      <dgm:prSet phldrT="[Text]"/>
      <dgm:spPr/>
      <dgm:t>
        <a:bodyPr/>
        <a:lstStyle/>
        <a:p>
          <a:r>
            <a:rPr lang="bg-BG" dirty="0" smtClean="0"/>
            <a:t>Избрани методи</a:t>
          </a:r>
          <a:endParaRPr lang="en-US" dirty="0"/>
        </a:p>
      </dgm:t>
    </dgm:pt>
    <dgm:pt modelId="{E182FA51-DFFE-4B6A-9445-E3E0176CA486}" type="parTrans" cxnId="{71275010-9B51-47BF-96B3-08D936E3F018}">
      <dgm:prSet/>
      <dgm:spPr/>
      <dgm:t>
        <a:bodyPr/>
        <a:lstStyle/>
        <a:p>
          <a:endParaRPr lang="en-US"/>
        </a:p>
      </dgm:t>
    </dgm:pt>
    <dgm:pt modelId="{716281D2-759A-4088-8790-D6B548E797B2}" type="sibTrans" cxnId="{71275010-9B51-47BF-96B3-08D936E3F018}">
      <dgm:prSet/>
      <dgm:spPr/>
      <dgm:t>
        <a:bodyPr/>
        <a:lstStyle/>
        <a:p>
          <a:endParaRPr lang="en-US"/>
        </a:p>
      </dgm:t>
    </dgm:pt>
    <dgm:pt modelId="{9F9BA2C9-C4B0-4E3F-83EB-A9A09A7E41B1}">
      <dgm:prSet phldrT="[Text]"/>
      <dgm:spPr/>
      <dgm:t>
        <a:bodyPr/>
        <a:lstStyle/>
        <a:p>
          <a:r>
            <a:rPr lang="bg-BG" dirty="0" smtClean="0"/>
            <a:t>Заключения</a:t>
          </a:r>
          <a:endParaRPr lang="en-US" dirty="0"/>
        </a:p>
      </dgm:t>
    </dgm:pt>
    <dgm:pt modelId="{64CFF1FB-1A42-4F4B-816B-14522FCAF38B}" type="parTrans" cxnId="{03148E34-9114-484E-A380-5FB696ECD292}">
      <dgm:prSet/>
      <dgm:spPr/>
      <dgm:t>
        <a:bodyPr/>
        <a:lstStyle/>
        <a:p>
          <a:endParaRPr lang="en-US"/>
        </a:p>
      </dgm:t>
    </dgm:pt>
    <dgm:pt modelId="{4921BADE-57D6-430B-B6D0-D20594F43730}" type="sibTrans" cxnId="{03148E34-9114-484E-A380-5FB696ECD292}">
      <dgm:prSet/>
      <dgm:spPr/>
      <dgm:t>
        <a:bodyPr/>
        <a:lstStyle/>
        <a:p>
          <a:endParaRPr lang="en-US"/>
        </a:p>
      </dgm:t>
    </dgm:pt>
    <dgm:pt modelId="{53270320-2F36-43F9-8705-8EF114D7D4CC}">
      <dgm:prSet phldrT="[Text]"/>
      <dgm:spPr/>
      <dgm:t>
        <a:bodyPr/>
        <a:lstStyle/>
        <a:p>
          <a:r>
            <a:rPr lang="bg-BG" dirty="0" smtClean="0"/>
            <a:t>Изводи</a:t>
          </a:r>
          <a:endParaRPr lang="en-US" dirty="0"/>
        </a:p>
      </dgm:t>
    </dgm:pt>
    <dgm:pt modelId="{8F70B6F7-A9FD-4B52-8611-6A88EF19791D}" type="parTrans" cxnId="{3A05E9E4-9DFF-40EC-BBD5-9CCC7C9A7993}">
      <dgm:prSet/>
      <dgm:spPr/>
      <dgm:t>
        <a:bodyPr/>
        <a:lstStyle/>
        <a:p>
          <a:endParaRPr lang="en-US"/>
        </a:p>
      </dgm:t>
    </dgm:pt>
    <dgm:pt modelId="{5AD05735-C74F-4DD6-8152-C38182AADC51}" type="sibTrans" cxnId="{3A05E9E4-9DFF-40EC-BBD5-9CCC7C9A7993}">
      <dgm:prSet/>
      <dgm:spPr/>
      <dgm:t>
        <a:bodyPr/>
        <a:lstStyle/>
        <a:p>
          <a:endParaRPr lang="en-US"/>
        </a:p>
      </dgm:t>
    </dgm:pt>
    <dgm:pt modelId="{B25613A0-73D2-4EC3-A83B-4C158319C616}">
      <dgm:prSet phldrT="[Text]"/>
      <dgm:spPr/>
      <dgm:t>
        <a:bodyPr/>
        <a:lstStyle/>
        <a:p>
          <a:r>
            <a:rPr lang="bg-BG" dirty="0" smtClean="0"/>
            <a:t>Цел</a:t>
          </a:r>
          <a:endParaRPr lang="en-US" dirty="0"/>
        </a:p>
      </dgm:t>
    </dgm:pt>
    <dgm:pt modelId="{8D891F77-41C0-4D17-AFF1-57F4A6FBA5D5}" type="parTrans" cxnId="{0B060DCE-DC2C-4C11-9F97-7498904F0D9D}">
      <dgm:prSet/>
      <dgm:spPr/>
      <dgm:t>
        <a:bodyPr/>
        <a:lstStyle/>
        <a:p>
          <a:endParaRPr lang="en-US"/>
        </a:p>
      </dgm:t>
    </dgm:pt>
    <dgm:pt modelId="{B47967A1-CF7C-4E49-B902-DC346256D914}" type="sibTrans" cxnId="{0B060DCE-DC2C-4C11-9F97-7498904F0D9D}">
      <dgm:prSet/>
      <dgm:spPr/>
      <dgm:t>
        <a:bodyPr/>
        <a:lstStyle/>
        <a:p>
          <a:endParaRPr lang="en-US"/>
        </a:p>
      </dgm:t>
    </dgm:pt>
    <dgm:pt modelId="{8FE74FB7-76A7-4F78-A73D-2B3B40DAB66D}">
      <dgm:prSet phldrT="[Text]"/>
      <dgm:spPr/>
      <dgm:t>
        <a:bodyPr/>
        <a:lstStyle/>
        <a:p>
          <a:r>
            <a:rPr lang="bg-BG" dirty="0" smtClean="0"/>
            <a:t>Данни</a:t>
          </a:r>
          <a:endParaRPr lang="en-US" dirty="0"/>
        </a:p>
      </dgm:t>
    </dgm:pt>
    <dgm:pt modelId="{7BFD1FDA-7BBE-44A9-A9E3-D2A0483CA33E}" type="parTrans" cxnId="{86A22FB1-3822-4811-9695-FC2ABC7EE84B}">
      <dgm:prSet/>
      <dgm:spPr/>
      <dgm:t>
        <a:bodyPr/>
        <a:lstStyle/>
        <a:p>
          <a:endParaRPr lang="en-US"/>
        </a:p>
      </dgm:t>
    </dgm:pt>
    <dgm:pt modelId="{BAE09553-4746-472E-BC8B-E6F2873EF9F0}" type="sibTrans" cxnId="{86A22FB1-3822-4811-9695-FC2ABC7EE84B}">
      <dgm:prSet/>
      <dgm:spPr/>
      <dgm:t>
        <a:bodyPr/>
        <a:lstStyle/>
        <a:p>
          <a:endParaRPr lang="en-US"/>
        </a:p>
      </dgm:t>
    </dgm:pt>
    <dgm:pt modelId="{A0F93D52-C13F-4F43-9742-EC850AF0DC6D}">
      <dgm:prSet phldrT="[Text]"/>
      <dgm:spPr/>
      <dgm:t>
        <a:bodyPr/>
        <a:lstStyle/>
        <a:p>
          <a:r>
            <a:rPr lang="bg-BG" dirty="0" smtClean="0"/>
            <a:t>Решение</a:t>
          </a:r>
          <a:endParaRPr lang="en-US" dirty="0"/>
        </a:p>
      </dgm:t>
    </dgm:pt>
    <dgm:pt modelId="{BC2D66AB-ED6B-417A-8372-14A8CA0139EB}" type="parTrans" cxnId="{5F89E7B8-6494-4DA1-868F-EFFFF3ECC3B2}">
      <dgm:prSet/>
      <dgm:spPr/>
      <dgm:t>
        <a:bodyPr/>
        <a:lstStyle/>
        <a:p>
          <a:endParaRPr lang="en-US"/>
        </a:p>
      </dgm:t>
    </dgm:pt>
    <dgm:pt modelId="{DE4E0DC6-3285-4823-BDE0-53D283CC15D5}" type="sibTrans" cxnId="{5F89E7B8-6494-4DA1-868F-EFFFF3ECC3B2}">
      <dgm:prSet/>
      <dgm:spPr/>
      <dgm:t>
        <a:bodyPr/>
        <a:lstStyle/>
        <a:p>
          <a:endParaRPr lang="en-US"/>
        </a:p>
      </dgm:t>
    </dgm:pt>
    <dgm:pt modelId="{4C386CFC-078F-4783-9AB7-D64DA40DAFFB}">
      <dgm:prSet phldrT="[Text]"/>
      <dgm:spPr/>
      <dgm:t>
        <a:bodyPr/>
        <a:lstStyle/>
        <a:p>
          <a:r>
            <a:rPr lang="bg-BG" dirty="0" smtClean="0"/>
            <a:t>Краен резултат</a:t>
          </a:r>
          <a:endParaRPr lang="en-US" dirty="0"/>
        </a:p>
      </dgm:t>
    </dgm:pt>
    <dgm:pt modelId="{67617E03-2544-4C3E-B5D1-62DD936F21C2}" type="parTrans" cxnId="{D21E2E34-B140-40E9-9CAD-1B5F009D8B47}">
      <dgm:prSet/>
      <dgm:spPr/>
      <dgm:t>
        <a:bodyPr/>
        <a:lstStyle/>
        <a:p>
          <a:endParaRPr lang="en-US"/>
        </a:p>
      </dgm:t>
    </dgm:pt>
    <dgm:pt modelId="{0884FEE5-DE9B-403B-802D-AFEAFC1A2627}" type="sibTrans" cxnId="{D21E2E34-B140-40E9-9CAD-1B5F009D8B47}">
      <dgm:prSet/>
      <dgm:spPr/>
      <dgm:t>
        <a:bodyPr/>
        <a:lstStyle/>
        <a:p>
          <a:endParaRPr lang="en-US"/>
        </a:p>
      </dgm:t>
    </dgm:pt>
    <dgm:pt modelId="{C8D1D9AC-A2F1-4B02-9427-B2B16B1BD81A}">
      <dgm:prSet phldrT="[Text]"/>
      <dgm:spPr/>
      <dgm:t>
        <a:bodyPr/>
        <a:lstStyle/>
        <a:p>
          <a:r>
            <a:rPr lang="bg-BG" dirty="0" smtClean="0"/>
            <a:t>Графики и сравнение</a:t>
          </a:r>
          <a:endParaRPr lang="en-US" dirty="0"/>
        </a:p>
      </dgm:t>
    </dgm:pt>
    <dgm:pt modelId="{AEC78E9B-D2AA-4DBB-97D1-C239299FD169}" type="parTrans" cxnId="{6FFC4AAF-25CB-41BE-9766-B81506BF3AEE}">
      <dgm:prSet/>
      <dgm:spPr/>
      <dgm:t>
        <a:bodyPr/>
        <a:lstStyle/>
        <a:p>
          <a:endParaRPr lang="en-US"/>
        </a:p>
      </dgm:t>
    </dgm:pt>
    <dgm:pt modelId="{E24F6A9E-F7B2-4D02-8312-54D926159272}" type="sibTrans" cxnId="{6FFC4AAF-25CB-41BE-9766-B81506BF3AEE}">
      <dgm:prSet/>
      <dgm:spPr/>
      <dgm:t>
        <a:bodyPr/>
        <a:lstStyle/>
        <a:p>
          <a:endParaRPr lang="en-US"/>
        </a:p>
      </dgm:t>
    </dgm:pt>
    <dgm:pt modelId="{8B0ACD17-A96E-4DDD-ABA8-12ECCDCB1259}">
      <dgm:prSet phldrT="[Text]"/>
      <dgm:spPr/>
      <dgm:t>
        <a:bodyPr/>
        <a:lstStyle/>
        <a:p>
          <a:r>
            <a:rPr lang="bg-BG" dirty="0" smtClean="0"/>
            <a:t>Ограничения</a:t>
          </a:r>
          <a:endParaRPr lang="en-US" dirty="0"/>
        </a:p>
      </dgm:t>
    </dgm:pt>
    <dgm:pt modelId="{344B4464-806C-4927-97D5-D66711527DC4}" type="parTrans" cxnId="{9542A039-1C28-4BE9-ABC1-749377419A1F}">
      <dgm:prSet/>
      <dgm:spPr/>
      <dgm:t>
        <a:bodyPr/>
        <a:lstStyle/>
        <a:p>
          <a:endParaRPr lang="en-US"/>
        </a:p>
      </dgm:t>
    </dgm:pt>
    <dgm:pt modelId="{13116519-DB47-48C1-B5F0-A92C6D7EFE40}" type="sibTrans" cxnId="{9542A039-1C28-4BE9-ABC1-749377419A1F}">
      <dgm:prSet/>
      <dgm:spPr/>
      <dgm:t>
        <a:bodyPr/>
        <a:lstStyle/>
        <a:p>
          <a:endParaRPr lang="en-US"/>
        </a:p>
      </dgm:t>
    </dgm:pt>
    <dgm:pt modelId="{DC80626E-FBD7-407C-8954-D2C295021309}" type="pres">
      <dgm:prSet presAssocID="{49A6EC0C-DEE4-40F6-86B4-D1F1BAA34F22}" presName="Name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DEAFED16-9DC2-4B43-8ED7-C4BD738C094C}" type="pres">
      <dgm:prSet presAssocID="{AE15E3F5-F3BE-464D-817C-B1087CD604CB}" presName="chaos" presStyleCnt="0"/>
      <dgm:spPr/>
    </dgm:pt>
    <dgm:pt modelId="{24D93850-1C6B-44AC-8E96-B9AEA8F9DFFE}" type="pres">
      <dgm:prSet presAssocID="{AE15E3F5-F3BE-464D-817C-B1087CD604CB}" presName="parTx1" presStyleLbl="revTx" presStyleIdx="0" presStyleCnt="7"/>
      <dgm:spPr/>
      <dgm:t>
        <a:bodyPr/>
        <a:lstStyle/>
        <a:p>
          <a:endParaRPr lang="en-US"/>
        </a:p>
      </dgm:t>
    </dgm:pt>
    <dgm:pt modelId="{F736CB49-5ECF-4119-BC25-BA22AC2DFDCC}" type="pres">
      <dgm:prSet presAssocID="{AE15E3F5-F3BE-464D-817C-B1087CD604CB}" presName="desTx1" presStyleLbl="revTx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AC4416-6BEC-4679-959A-5BEFF284BE58}" type="pres">
      <dgm:prSet presAssocID="{AE15E3F5-F3BE-464D-817C-B1087CD604CB}" presName="c1" presStyleLbl="node1" presStyleIdx="0" presStyleCnt="19"/>
      <dgm:spPr/>
    </dgm:pt>
    <dgm:pt modelId="{CEBA9B27-A421-4AA4-B557-0CDB37F0287B}" type="pres">
      <dgm:prSet presAssocID="{AE15E3F5-F3BE-464D-817C-B1087CD604CB}" presName="c2" presStyleLbl="node1" presStyleIdx="1" presStyleCnt="19"/>
      <dgm:spPr/>
    </dgm:pt>
    <dgm:pt modelId="{A7F7F104-90D7-46DE-B1D8-B83C32926D4C}" type="pres">
      <dgm:prSet presAssocID="{AE15E3F5-F3BE-464D-817C-B1087CD604CB}" presName="c3" presStyleLbl="node1" presStyleIdx="2" presStyleCnt="19"/>
      <dgm:spPr/>
    </dgm:pt>
    <dgm:pt modelId="{70FC1991-9F3B-4E48-906C-A0AAAAF60336}" type="pres">
      <dgm:prSet presAssocID="{AE15E3F5-F3BE-464D-817C-B1087CD604CB}" presName="c4" presStyleLbl="node1" presStyleIdx="3" presStyleCnt="19"/>
      <dgm:spPr/>
    </dgm:pt>
    <dgm:pt modelId="{38BDEE09-C85A-44F0-9FC5-1B237956E04C}" type="pres">
      <dgm:prSet presAssocID="{AE15E3F5-F3BE-464D-817C-B1087CD604CB}" presName="c5" presStyleLbl="node1" presStyleIdx="4" presStyleCnt="19"/>
      <dgm:spPr/>
    </dgm:pt>
    <dgm:pt modelId="{A90498A2-A3F4-4932-A08D-3CBBFA0A3F31}" type="pres">
      <dgm:prSet presAssocID="{AE15E3F5-F3BE-464D-817C-B1087CD604CB}" presName="c6" presStyleLbl="node1" presStyleIdx="5" presStyleCnt="19"/>
      <dgm:spPr/>
    </dgm:pt>
    <dgm:pt modelId="{5C028246-BE6C-4836-BD33-3AE4D2E8A88B}" type="pres">
      <dgm:prSet presAssocID="{AE15E3F5-F3BE-464D-817C-B1087CD604CB}" presName="c7" presStyleLbl="node1" presStyleIdx="6" presStyleCnt="19"/>
      <dgm:spPr/>
    </dgm:pt>
    <dgm:pt modelId="{02DDF5F4-200C-4E58-B03E-72D80002420E}" type="pres">
      <dgm:prSet presAssocID="{AE15E3F5-F3BE-464D-817C-B1087CD604CB}" presName="c8" presStyleLbl="node1" presStyleIdx="7" presStyleCnt="19"/>
      <dgm:spPr/>
    </dgm:pt>
    <dgm:pt modelId="{69C6E77F-F90D-477D-AC33-0DD7F651DF3F}" type="pres">
      <dgm:prSet presAssocID="{AE15E3F5-F3BE-464D-817C-B1087CD604CB}" presName="c9" presStyleLbl="node1" presStyleIdx="8" presStyleCnt="19"/>
      <dgm:spPr/>
    </dgm:pt>
    <dgm:pt modelId="{291233B0-7D9E-4ADA-83B9-9D61E01F22DF}" type="pres">
      <dgm:prSet presAssocID="{AE15E3F5-F3BE-464D-817C-B1087CD604CB}" presName="c10" presStyleLbl="node1" presStyleIdx="9" presStyleCnt="19"/>
      <dgm:spPr/>
    </dgm:pt>
    <dgm:pt modelId="{A549E39F-A338-4BD1-A432-4EC44221D489}" type="pres">
      <dgm:prSet presAssocID="{AE15E3F5-F3BE-464D-817C-B1087CD604CB}" presName="c11" presStyleLbl="node1" presStyleIdx="10" presStyleCnt="19"/>
      <dgm:spPr/>
    </dgm:pt>
    <dgm:pt modelId="{D72B98F9-4971-4763-BA4D-435D9793E79E}" type="pres">
      <dgm:prSet presAssocID="{AE15E3F5-F3BE-464D-817C-B1087CD604CB}" presName="c12" presStyleLbl="node1" presStyleIdx="11" presStyleCnt="19"/>
      <dgm:spPr/>
    </dgm:pt>
    <dgm:pt modelId="{4774BDE2-0BAF-4299-85C7-0A36C9A7CB91}" type="pres">
      <dgm:prSet presAssocID="{AE15E3F5-F3BE-464D-817C-B1087CD604CB}" presName="c13" presStyleLbl="node1" presStyleIdx="12" presStyleCnt="19"/>
      <dgm:spPr/>
    </dgm:pt>
    <dgm:pt modelId="{2BDB8020-1CE0-4669-9027-01ADFE21F6F5}" type="pres">
      <dgm:prSet presAssocID="{AE15E3F5-F3BE-464D-817C-B1087CD604CB}" presName="c14" presStyleLbl="node1" presStyleIdx="13" presStyleCnt="19"/>
      <dgm:spPr/>
    </dgm:pt>
    <dgm:pt modelId="{5242BF3D-DDDB-4A41-A5A0-865D500DB9F6}" type="pres">
      <dgm:prSet presAssocID="{AE15E3F5-F3BE-464D-817C-B1087CD604CB}" presName="c15" presStyleLbl="node1" presStyleIdx="14" presStyleCnt="19"/>
      <dgm:spPr/>
    </dgm:pt>
    <dgm:pt modelId="{D70B95B7-8620-4741-AFA3-38E9407835AB}" type="pres">
      <dgm:prSet presAssocID="{AE15E3F5-F3BE-464D-817C-B1087CD604CB}" presName="c16" presStyleLbl="node1" presStyleIdx="15" presStyleCnt="19"/>
      <dgm:spPr/>
    </dgm:pt>
    <dgm:pt modelId="{1912B84D-976B-41E0-87B9-B4EAFB6F0EC2}" type="pres">
      <dgm:prSet presAssocID="{AE15E3F5-F3BE-464D-817C-B1087CD604CB}" presName="c17" presStyleLbl="node1" presStyleIdx="16" presStyleCnt="19"/>
      <dgm:spPr/>
    </dgm:pt>
    <dgm:pt modelId="{3631FB26-782E-40BE-A24C-5F112458A32D}" type="pres">
      <dgm:prSet presAssocID="{AE15E3F5-F3BE-464D-817C-B1087CD604CB}" presName="c18" presStyleLbl="node1" presStyleIdx="17" presStyleCnt="19"/>
      <dgm:spPr/>
    </dgm:pt>
    <dgm:pt modelId="{DCFCBE42-36E9-44E8-91A6-AC4A63DFB49F}" type="pres">
      <dgm:prSet presAssocID="{AC3D5602-5EC8-4D0F-B514-4FFED909E1D6}" presName="chevronComposite1" presStyleCnt="0"/>
      <dgm:spPr/>
    </dgm:pt>
    <dgm:pt modelId="{52C5FC37-5607-4475-84DC-38C854E7D16E}" type="pres">
      <dgm:prSet presAssocID="{AC3D5602-5EC8-4D0F-B514-4FFED909E1D6}" presName="chevron1" presStyleLbl="sibTrans2D1" presStyleIdx="0" presStyleCnt="3"/>
      <dgm:spPr/>
    </dgm:pt>
    <dgm:pt modelId="{56BAA7BE-0127-487B-A3A3-A1F1F8DF6CF6}" type="pres">
      <dgm:prSet presAssocID="{AC3D5602-5EC8-4D0F-B514-4FFED909E1D6}" presName="spChevron1" presStyleCnt="0"/>
      <dgm:spPr/>
    </dgm:pt>
    <dgm:pt modelId="{4C35E47B-8531-4FA8-92F7-1FAD26B70037}" type="pres">
      <dgm:prSet presAssocID="{CE848E3A-7CAD-4D9F-8E14-D4ED80760259}" presName="middle" presStyleCnt="0"/>
      <dgm:spPr/>
    </dgm:pt>
    <dgm:pt modelId="{C56331EB-FBC3-4BEC-9DA4-99F249C1AE4F}" type="pres">
      <dgm:prSet presAssocID="{CE848E3A-7CAD-4D9F-8E14-D4ED80760259}" presName="parTxMid" presStyleLbl="revTx" presStyleIdx="2" presStyleCnt="7"/>
      <dgm:spPr/>
      <dgm:t>
        <a:bodyPr/>
        <a:lstStyle/>
        <a:p>
          <a:endParaRPr lang="en-US"/>
        </a:p>
      </dgm:t>
    </dgm:pt>
    <dgm:pt modelId="{56432260-A937-4D7D-93BD-2A1B3D234E11}" type="pres">
      <dgm:prSet presAssocID="{CE848E3A-7CAD-4D9F-8E14-D4ED80760259}" presName="desTxMid" presStyleLbl="revTx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4F79F1-9563-48E8-923D-5E80C5024A54}" type="pres">
      <dgm:prSet presAssocID="{CE848E3A-7CAD-4D9F-8E14-D4ED80760259}" presName="spMid" presStyleCnt="0"/>
      <dgm:spPr/>
    </dgm:pt>
    <dgm:pt modelId="{9897FE38-1728-4620-9821-09B40DC36308}" type="pres">
      <dgm:prSet presAssocID="{A0EEC6BB-D102-4099-BBAA-242E941072EB}" presName="chevronComposite1" presStyleCnt="0"/>
      <dgm:spPr/>
    </dgm:pt>
    <dgm:pt modelId="{AC8151D5-1356-46E2-A151-8A4B13705B37}" type="pres">
      <dgm:prSet presAssocID="{A0EEC6BB-D102-4099-BBAA-242E941072EB}" presName="chevron1" presStyleLbl="sibTrans2D1" presStyleIdx="1" presStyleCnt="3"/>
      <dgm:spPr/>
    </dgm:pt>
    <dgm:pt modelId="{BE866FA9-79DC-4885-8B8E-7C474636316F}" type="pres">
      <dgm:prSet presAssocID="{A0EEC6BB-D102-4099-BBAA-242E941072EB}" presName="spChevron1" presStyleCnt="0"/>
      <dgm:spPr/>
    </dgm:pt>
    <dgm:pt modelId="{B0A0DD1C-6812-41CB-AA71-299AD9D5F504}" type="pres">
      <dgm:prSet presAssocID="{8897EF7C-90D2-452B-9D2D-7D9C3636F98E}" presName="middle" presStyleCnt="0"/>
      <dgm:spPr/>
    </dgm:pt>
    <dgm:pt modelId="{06180625-B66A-439F-B2D1-E08C8436B436}" type="pres">
      <dgm:prSet presAssocID="{8897EF7C-90D2-452B-9D2D-7D9C3636F98E}" presName="parTxMid" presStyleLbl="revTx" presStyleIdx="4" presStyleCnt="7"/>
      <dgm:spPr/>
      <dgm:t>
        <a:bodyPr/>
        <a:lstStyle/>
        <a:p>
          <a:endParaRPr lang="en-US"/>
        </a:p>
      </dgm:t>
    </dgm:pt>
    <dgm:pt modelId="{8D574321-AE13-4F2C-BC18-208612BD2068}" type="pres">
      <dgm:prSet presAssocID="{8897EF7C-90D2-452B-9D2D-7D9C3636F98E}" presName="desTxMid" presStyleLbl="revTx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EE2D25-9AE9-4311-96C2-CE6F4DB507A8}" type="pres">
      <dgm:prSet presAssocID="{8897EF7C-90D2-452B-9D2D-7D9C3636F98E}" presName="spMid" presStyleCnt="0"/>
      <dgm:spPr/>
    </dgm:pt>
    <dgm:pt modelId="{976DDD3C-889E-4DF8-8591-F69ABD76AA24}" type="pres">
      <dgm:prSet presAssocID="{368051C1-A814-4565-9424-79F1BF3F17EA}" presName="chevronComposite1" presStyleCnt="0"/>
      <dgm:spPr/>
    </dgm:pt>
    <dgm:pt modelId="{236D81FC-D4AC-44B8-B1D2-73CD8552FAB2}" type="pres">
      <dgm:prSet presAssocID="{368051C1-A814-4565-9424-79F1BF3F17EA}" presName="chevron1" presStyleLbl="sibTrans2D1" presStyleIdx="2" presStyleCnt="3"/>
      <dgm:spPr/>
    </dgm:pt>
    <dgm:pt modelId="{7765CCD6-D739-4504-9294-EC0614034DF6}" type="pres">
      <dgm:prSet presAssocID="{368051C1-A814-4565-9424-79F1BF3F17EA}" presName="spChevron1" presStyleCnt="0"/>
      <dgm:spPr/>
    </dgm:pt>
    <dgm:pt modelId="{581DEC9B-A0D1-41EE-A8C7-243B9278D3AE}" type="pres">
      <dgm:prSet presAssocID="{9F9BA2C9-C4B0-4E3F-83EB-A9A09A7E41B1}" presName="last" presStyleCnt="0"/>
      <dgm:spPr/>
    </dgm:pt>
    <dgm:pt modelId="{608DD0D2-AA0F-401B-B2E9-7B46D8EA38CD}" type="pres">
      <dgm:prSet presAssocID="{9F9BA2C9-C4B0-4E3F-83EB-A9A09A7E41B1}" presName="circleTx" presStyleLbl="node1" presStyleIdx="18" presStyleCnt="19"/>
      <dgm:spPr/>
      <dgm:t>
        <a:bodyPr/>
        <a:lstStyle/>
        <a:p>
          <a:endParaRPr lang="en-US"/>
        </a:p>
      </dgm:t>
    </dgm:pt>
    <dgm:pt modelId="{B73E0BAC-D659-40D0-BDAE-99383B174E7E}" type="pres">
      <dgm:prSet presAssocID="{9F9BA2C9-C4B0-4E3F-83EB-A9A09A7E41B1}" presName="desTxN" presStyleLbl="revTx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3B2095-73A3-4F65-BDC0-B857AECD3C1D}" type="pres">
      <dgm:prSet presAssocID="{9F9BA2C9-C4B0-4E3F-83EB-A9A09A7E41B1}" presName="spN" presStyleCnt="0"/>
      <dgm:spPr/>
    </dgm:pt>
  </dgm:ptLst>
  <dgm:cxnLst>
    <dgm:cxn modelId="{14C69D63-BFAF-478C-B1FD-B5B8F4174B89}" type="presOf" srcId="{F22A9558-636C-4D6B-898D-18BAFAAFA5AC}" destId="{F736CB49-5ECF-4119-BC25-BA22AC2DFDCC}" srcOrd="0" destOrd="0" presId="urn:microsoft.com/office/officeart/2009/3/layout/RandomtoResultProcess"/>
    <dgm:cxn modelId="{8D191906-734D-4BDC-B0D9-E48E519FFAFC}" type="presOf" srcId="{53270320-2F36-43F9-8705-8EF114D7D4CC}" destId="{B73E0BAC-D659-40D0-BDAE-99383B174E7E}" srcOrd="0" destOrd="0" presId="urn:microsoft.com/office/officeart/2009/3/layout/RandomtoResultProcess"/>
    <dgm:cxn modelId="{8FFC4BF6-A197-432F-831C-CFD5C9124CAD}" type="presOf" srcId="{8B0ACD17-A96E-4DDD-ABA8-12ECCDCB1259}" destId="{B73E0BAC-D659-40D0-BDAE-99383B174E7E}" srcOrd="0" destOrd="1" presId="urn:microsoft.com/office/officeart/2009/3/layout/RandomtoResultProcess"/>
    <dgm:cxn modelId="{5F89E7B8-6494-4DA1-868F-EFFFF3ECC3B2}" srcId="{CE848E3A-7CAD-4D9F-8E14-D4ED80760259}" destId="{A0F93D52-C13F-4F43-9742-EC850AF0DC6D}" srcOrd="1" destOrd="0" parTransId="{BC2D66AB-ED6B-417A-8372-14A8CA0139EB}" sibTransId="{DE4E0DC6-3285-4823-BDE0-53D283CC15D5}"/>
    <dgm:cxn modelId="{F3B513BB-8DD1-41A9-92D1-41A1BDA6059C}" type="presOf" srcId="{AE15E3F5-F3BE-464D-817C-B1087CD604CB}" destId="{24D93850-1C6B-44AC-8E96-B9AEA8F9DFFE}" srcOrd="0" destOrd="0" presId="urn:microsoft.com/office/officeart/2009/3/layout/RandomtoResultProcess"/>
    <dgm:cxn modelId="{98977524-1AFA-43DA-A3F6-C746F07D93EC}" srcId="{49A6EC0C-DEE4-40F6-86B4-D1F1BAA34F22}" destId="{CE848E3A-7CAD-4D9F-8E14-D4ED80760259}" srcOrd="1" destOrd="0" parTransId="{F2E49564-0B04-4E49-9163-20AAE3152DFC}" sibTransId="{A0EEC6BB-D102-4099-BBAA-242E941072EB}"/>
    <dgm:cxn modelId="{03148E34-9114-484E-A380-5FB696ECD292}" srcId="{49A6EC0C-DEE4-40F6-86B4-D1F1BAA34F22}" destId="{9F9BA2C9-C4B0-4E3F-83EB-A9A09A7E41B1}" srcOrd="3" destOrd="0" parTransId="{64CFF1FB-1A42-4F4B-816B-14522FCAF38B}" sibTransId="{4921BADE-57D6-430B-B6D0-D20594F43730}"/>
    <dgm:cxn modelId="{59AC0AE6-36AD-47A3-B245-F59682D559F0}" type="presOf" srcId="{8FE74FB7-76A7-4F78-A73D-2B3B40DAB66D}" destId="{F736CB49-5ECF-4119-BC25-BA22AC2DFDCC}" srcOrd="0" destOrd="2" presId="urn:microsoft.com/office/officeart/2009/3/layout/RandomtoResultProcess"/>
    <dgm:cxn modelId="{C6A2308A-79C2-4607-AAAC-6087E06246E6}" type="presOf" srcId="{9F9BA2C9-C4B0-4E3F-83EB-A9A09A7E41B1}" destId="{608DD0D2-AA0F-401B-B2E9-7B46D8EA38CD}" srcOrd="0" destOrd="0" presId="urn:microsoft.com/office/officeart/2009/3/layout/RandomtoResultProcess"/>
    <dgm:cxn modelId="{B33D7578-C2E9-44D5-AC6F-5A2F71386F34}" type="presOf" srcId="{A0F93D52-C13F-4F43-9742-EC850AF0DC6D}" destId="{56432260-A937-4D7D-93BD-2A1B3D234E11}" srcOrd="0" destOrd="1" presId="urn:microsoft.com/office/officeart/2009/3/layout/RandomtoResultProcess"/>
    <dgm:cxn modelId="{C8E0D2C4-6972-42CA-808A-D9D054E91DF9}" srcId="{49A6EC0C-DEE4-40F6-86B4-D1F1BAA34F22}" destId="{AE15E3F5-F3BE-464D-817C-B1087CD604CB}" srcOrd="0" destOrd="0" parTransId="{24A22A0E-B987-4FF8-A6DF-3200D07D04F9}" sibTransId="{AC3D5602-5EC8-4D0F-B514-4FFED909E1D6}"/>
    <dgm:cxn modelId="{5C719727-7511-4718-A90C-194B772A54AD}" type="presOf" srcId="{4C386CFC-078F-4783-9AB7-D64DA40DAFFB}" destId="{56432260-A937-4D7D-93BD-2A1B3D234E11}" srcOrd="0" destOrd="2" presId="urn:microsoft.com/office/officeart/2009/3/layout/RandomtoResultProcess"/>
    <dgm:cxn modelId="{76AFBAC5-7629-45AD-A0B3-660C13B18AE0}" type="presOf" srcId="{C8D1D9AC-A2F1-4B02-9427-B2B16B1BD81A}" destId="{8D574321-AE13-4F2C-BC18-208612BD2068}" srcOrd="0" destOrd="1" presId="urn:microsoft.com/office/officeart/2009/3/layout/RandomtoResultProcess"/>
    <dgm:cxn modelId="{1E9300B2-628D-44D3-A57D-28E184F9B362}" srcId="{AE15E3F5-F3BE-464D-817C-B1087CD604CB}" destId="{F22A9558-636C-4D6B-898D-18BAFAAFA5AC}" srcOrd="0" destOrd="0" parTransId="{3D5BDC0B-A5D6-43B0-A5A9-9E114C114844}" sibTransId="{39ABA43A-088B-4089-A865-1B071A236810}"/>
    <dgm:cxn modelId="{0B060DCE-DC2C-4C11-9F97-7498904F0D9D}" srcId="{AE15E3F5-F3BE-464D-817C-B1087CD604CB}" destId="{B25613A0-73D2-4EC3-A83B-4C158319C616}" srcOrd="1" destOrd="0" parTransId="{8D891F77-41C0-4D17-AFF1-57F4A6FBA5D5}" sibTransId="{B47967A1-CF7C-4E49-B902-DC346256D914}"/>
    <dgm:cxn modelId="{18AE52C6-B4C1-4E41-84D4-1E2EC6514277}" type="presOf" srcId="{B25613A0-73D2-4EC3-A83B-4C158319C616}" destId="{F736CB49-5ECF-4119-BC25-BA22AC2DFDCC}" srcOrd="0" destOrd="1" presId="urn:microsoft.com/office/officeart/2009/3/layout/RandomtoResultProcess"/>
    <dgm:cxn modelId="{D21E2E34-B140-40E9-9CAD-1B5F009D8B47}" srcId="{CE848E3A-7CAD-4D9F-8E14-D4ED80760259}" destId="{4C386CFC-078F-4783-9AB7-D64DA40DAFFB}" srcOrd="2" destOrd="0" parTransId="{67617E03-2544-4C3E-B5D1-62DD936F21C2}" sibTransId="{0884FEE5-DE9B-403B-802D-AFEAFC1A2627}"/>
    <dgm:cxn modelId="{CF12228C-D6BB-462E-B77B-50168070CA9E}" type="presOf" srcId="{A05A0B5B-EFAB-4171-9853-50DEB9926069}" destId="{8D574321-AE13-4F2C-BC18-208612BD2068}" srcOrd="0" destOrd="0" presId="urn:microsoft.com/office/officeart/2009/3/layout/RandomtoResultProcess"/>
    <dgm:cxn modelId="{51EFCCD7-05E5-425C-ADA1-4B3DD2286F1F}" type="presOf" srcId="{CE848E3A-7CAD-4D9F-8E14-D4ED80760259}" destId="{C56331EB-FBC3-4BEC-9DA4-99F249C1AE4F}" srcOrd="0" destOrd="0" presId="urn:microsoft.com/office/officeart/2009/3/layout/RandomtoResultProcess"/>
    <dgm:cxn modelId="{AB599824-FD6A-41F2-8E70-E7297B36F5BD}" srcId="{CE848E3A-7CAD-4D9F-8E14-D4ED80760259}" destId="{8A77C5EF-E0DF-4CEF-8E75-C90EE9608E21}" srcOrd="0" destOrd="0" parTransId="{67D695EC-1FEA-4F18-AA13-96EB56A1196B}" sibTransId="{C492C75E-9AFD-4F3D-8C75-995491FD6BFF}"/>
    <dgm:cxn modelId="{9542A039-1C28-4BE9-ABC1-749377419A1F}" srcId="{9F9BA2C9-C4B0-4E3F-83EB-A9A09A7E41B1}" destId="{8B0ACD17-A96E-4DDD-ABA8-12ECCDCB1259}" srcOrd="1" destOrd="0" parTransId="{344B4464-806C-4927-97D5-D66711527DC4}" sibTransId="{13116519-DB47-48C1-B5F0-A92C6D7EFE40}"/>
    <dgm:cxn modelId="{8A62A179-7AF0-40A3-955A-28AE7518379B}" srcId="{49A6EC0C-DEE4-40F6-86B4-D1F1BAA34F22}" destId="{8897EF7C-90D2-452B-9D2D-7D9C3636F98E}" srcOrd="2" destOrd="0" parTransId="{24472A29-F961-41A6-AE44-47D99C3D8501}" sibTransId="{368051C1-A814-4565-9424-79F1BF3F17EA}"/>
    <dgm:cxn modelId="{3B34B865-1173-4257-BF8B-57EF59D643E5}" type="presOf" srcId="{8897EF7C-90D2-452B-9D2D-7D9C3636F98E}" destId="{06180625-B66A-439F-B2D1-E08C8436B436}" srcOrd="0" destOrd="0" presId="urn:microsoft.com/office/officeart/2009/3/layout/RandomtoResultProcess"/>
    <dgm:cxn modelId="{6FFC4AAF-25CB-41BE-9766-B81506BF3AEE}" srcId="{8897EF7C-90D2-452B-9D2D-7D9C3636F98E}" destId="{C8D1D9AC-A2F1-4B02-9427-B2B16B1BD81A}" srcOrd="1" destOrd="0" parTransId="{AEC78E9B-D2AA-4DBB-97D1-C239299FD169}" sibTransId="{E24F6A9E-F7B2-4D02-8312-54D926159272}"/>
    <dgm:cxn modelId="{3A05E9E4-9DFF-40EC-BBD5-9CCC7C9A7993}" srcId="{9F9BA2C9-C4B0-4E3F-83EB-A9A09A7E41B1}" destId="{53270320-2F36-43F9-8705-8EF114D7D4CC}" srcOrd="0" destOrd="0" parTransId="{8F70B6F7-A9FD-4B52-8611-6A88EF19791D}" sibTransId="{5AD05735-C74F-4DD6-8152-C38182AADC51}"/>
    <dgm:cxn modelId="{D839E388-4A80-4240-840C-9E6A0841F799}" type="presOf" srcId="{8A77C5EF-E0DF-4CEF-8E75-C90EE9608E21}" destId="{56432260-A937-4D7D-93BD-2A1B3D234E11}" srcOrd="0" destOrd="0" presId="urn:microsoft.com/office/officeart/2009/3/layout/RandomtoResultProcess"/>
    <dgm:cxn modelId="{E59FF29E-8172-472A-A818-FB7C80B720EE}" type="presOf" srcId="{49A6EC0C-DEE4-40F6-86B4-D1F1BAA34F22}" destId="{DC80626E-FBD7-407C-8954-D2C295021309}" srcOrd="0" destOrd="0" presId="urn:microsoft.com/office/officeart/2009/3/layout/RandomtoResultProcess"/>
    <dgm:cxn modelId="{86A22FB1-3822-4811-9695-FC2ABC7EE84B}" srcId="{AE15E3F5-F3BE-464D-817C-B1087CD604CB}" destId="{8FE74FB7-76A7-4F78-A73D-2B3B40DAB66D}" srcOrd="2" destOrd="0" parTransId="{7BFD1FDA-7BBE-44A9-A9E3-D2A0483CA33E}" sibTransId="{BAE09553-4746-472E-BC8B-E6F2873EF9F0}"/>
    <dgm:cxn modelId="{71275010-9B51-47BF-96B3-08D936E3F018}" srcId="{8897EF7C-90D2-452B-9D2D-7D9C3636F98E}" destId="{A05A0B5B-EFAB-4171-9853-50DEB9926069}" srcOrd="0" destOrd="0" parTransId="{E182FA51-DFFE-4B6A-9445-E3E0176CA486}" sibTransId="{716281D2-759A-4088-8790-D6B548E797B2}"/>
    <dgm:cxn modelId="{32EE327E-2FD9-4E6E-8011-0E85426066E6}" type="presParOf" srcId="{DC80626E-FBD7-407C-8954-D2C295021309}" destId="{DEAFED16-9DC2-4B43-8ED7-C4BD738C094C}" srcOrd="0" destOrd="0" presId="urn:microsoft.com/office/officeart/2009/3/layout/RandomtoResultProcess"/>
    <dgm:cxn modelId="{F872B538-CC57-431C-832C-AAC194D40EC2}" type="presParOf" srcId="{DEAFED16-9DC2-4B43-8ED7-C4BD738C094C}" destId="{24D93850-1C6B-44AC-8E96-B9AEA8F9DFFE}" srcOrd="0" destOrd="0" presId="urn:microsoft.com/office/officeart/2009/3/layout/RandomtoResultProcess"/>
    <dgm:cxn modelId="{236EF3B1-F0BB-4FE6-B232-536CE907127C}" type="presParOf" srcId="{DEAFED16-9DC2-4B43-8ED7-C4BD738C094C}" destId="{F736CB49-5ECF-4119-BC25-BA22AC2DFDCC}" srcOrd="1" destOrd="0" presId="urn:microsoft.com/office/officeart/2009/3/layout/RandomtoResultProcess"/>
    <dgm:cxn modelId="{58361A2D-2BD7-4313-8BDE-F2BD0BA0BBF0}" type="presParOf" srcId="{DEAFED16-9DC2-4B43-8ED7-C4BD738C094C}" destId="{12AC4416-6BEC-4679-959A-5BEFF284BE58}" srcOrd="2" destOrd="0" presId="urn:microsoft.com/office/officeart/2009/3/layout/RandomtoResultProcess"/>
    <dgm:cxn modelId="{A8C6AD04-B8AA-41B5-B394-CB4C84C3934B}" type="presParOf" srcId="{DEAFED16-9DC2-4B43-8ED7-C4BD738C094C}" destId="{CEBA9B27-A421-4AA4-B557-0CDB37F0287B}" srcOrd="3" destOrd="0" presId="urn:microsoft.com/office/officeart/2009/3/layout/RandomtoResultProcess"/>
    <dgm:cxn modelId="{910FE2DD-260C-4DBE-8018-645290A62155}" type="presParOf" srcId="{DEAFED16-9DC2-4B43-8ED7-C4BD738C094C}" destId="{A7F7F104-90D7-46DE-B1D8-B83C32926D4C}" srcOrd="4" destOrd="0" presId="urn:microsoft.com/office/officeart/2009/3/layout/RandomtoResultProcess"/>
    <dgm:cxn modelId="{73F6B641-7A95-4357-B7F9-CF9C83950823}" type="presParOf" srcId="{DEAFED16-9DC2-4B43-8ED7-C4BD738C094C}" destId="{70FC1991-9F3B-4E48-906C-A0AAAAF60336}" srcOrd="5" destOrd="0" presId="urn:microsoft.com/office/officeart/2009/3/layout/RandomtoResultProcess"/>
    <dgm:cxn modelId="{7D91975B-8785-48FC-A2BD-5FACF8C32550}" type="presParOf" srcId="{DEAFED16-9DC2-4B43-8ED7-C4BD738C094C}" destId="{38BDEE09-C85A-44F0-9FC5-1B237956E04C}" srcOrd="6" destOrd="0" presId="urn:microsoft.com/office/officeart/2009/3/layout/RandomtoResultProcess"/>
    <dgm:cxn modelId="{3B393E1E-B2C0-46D8-9B1F-0A4A5DD7CB4B}" type="presParOf" srcId="{DEAFED16-9DC2-4B43-8ED7-C4BD738C094C}" destId="{A90498A2-A3F4-4932-A08D-3CBBFA0A3F31}" srcOrd="7" destOrd="0" presId="urn:microsoft.com/office/officeart/2009/3/layout/RandomtoResultProcess"/>
    <dgm:cxn modelId="{811441A7-872C-461D-9C09-2737F09B88B9}" type="presParOf" srcId="{DEAFED16-9DC2-4B43-8ED7-C4BD738C094C}" destId="{5C028246-BE6C-4836-BD33-3AE4D2E8A88B}" srcOrd="8" destOrd="0" presId="urn:microsoft.com/office/officeart/2009/3/layout/RandomtoResultProcess"/>
    <dgm:cxn modelId="{E1941450-8DA8-4D02-BAB0-E00BF02361D4}" type="presParOf" srcId="{DEAFED16-9DC2-4B43-8ED7-C4BD738C094C}" destId="{02DDF5F4-200C-4E58-B03E-72D80002420E}" srcOrd="9" destOrd="0" presId="urn:microsoft.com/office/officeart/2009/3/layout/RandomtoResultProcess"/>
    <dgm:cxn modelId="{0448E2F1-7EB2-458F-A19E-E7AA06B0A0B2}" type="presParOf" srcId="{DEAFED16-9DC2-4B43-8ED7-C4BD738C094C}" destId="{69C6E77F-F90D-477D-AC33-0DD7F651DF3F}" srcOrd="10" destOrd="0" presId="urn:microsoft.com/office/officeart/2009/3/layout/RandomtoResultProcess"/>
    <dgm:cxn modelId="{AFC5F396-80B4-45FF-95EE-B597742879A3}" type="presParOf" srcId="{DEAFED16-9DC2-4B43-8ED7-C4BD738C094C}" destId="{291233B0-7D9E-4ADA-83B9-9D61E01F22DF}" srcOrd="11" destOrd="0" presId="urn:microsoft.com/office/officeart/2009/3/layout/RandomtoResultProcess"/>
    <dgm:cxn modelId="{0C100720-B195-418A-8477-CD4A6E12E3AF}" type="presParOf" srcId="{DEAFED16-9DC2-4B43-8ED7-C4BD738C094C}" destId="{A549E39F-A338-4BD1-A432-4EC44221D489}" srcOrd="12" destOrd="0" presId="urn:microsoft.com/office/officeart/2009/3/layout/RandomtoResultProcess"/>
    <dgm:cxn modelId="{D01502E1-9C69-4E60-9333-028501BCB23E}" type="presParOf" srcId="{DEAFED16-9DC2-4B43-8ED7-C4BD738C094C}" destId="{D72B98F9-4971-4763-BA4D-435D9793E79E}" srcOrd="13" destOrd="0" presId="urn:microsoft.com/office/officeart/2009/3/layout/RandomtoResultProcess"/>
    <dgm:cxn modelId="{2D361C23-24F6-494F-B6ED-3C4521FFAFFF}" type="presParOf" srcId="{DEAFED16-9DC2-4B43-8ED7-C4BD738C094C}" destId="{4774BDE2-0BAF-4299-85C7-0A36C9A7CB91}" srcOrd="14" destOrd="0" presId="urn:microsoft.com/office/officeart/2009/3/layout/RandomtoResultProcess"/>
    <dgm:cxn modelId="{5A441967-F2AE-4AB3-B59E-79A7F889FA21}" type="presParOf" srcId="{DEAFED16-9DC2-4B43-8ED7-C4BD738C094C}" destId="{2BDB8020-1CE0-4669-9027-01ADFE21F6F5}" srcOrd="15" destOrd="0" presId="urn:microsoft.com/office/officeart/2009/3/layout/RandomtoResultProcess"/>
    <dgm:cxn modelId="{1D2473DB-3D43-4137-9D8E-E5C8EB795125}" type="presParOf" srcId="{DEAFED16-9DC2-4B43-8ED7-C4BD738C094C}" destId="{5242BF3D-DDDB-4A41-A5A0-865D500DB9F6}" srcOrd="16" destOrd="0" presId="urn:microsoft.com/office/officeart/2009/3/layout/RandomtoResultProcess"/>
    <dgm:cxn modelId="{93D921A1-6869-4101-B9C0-510469166429}" type="presParOf" srcId="{DEAFED16-9DC2-4B43-8ED7-C4BD738C094C}" destId="{D70B95B7-8620-4741-AFA3-38E9407835AB}" srcOrd="17" destOrd="0" presId="urn:microsoft.com/office/officeart/2009/3/layout/RandomtoResultProcess"/>
    <dgm:cxn modelId="{8CB947F1-0D6F-4552-B394-35F7C3594C2B}" type="presParOf" srcId="{DEAFED16-9DC2-4B43-8ED7-C4BD738C094C}" destId="{1912B84D-976B-41E0-87B9-B4EAFB6F0EC2}" srcOrd="18" destOrd="0" presId="urn:microsoft.com/office/officeart/2009/3/layout/RandomtoResultProcess"/>
    <dgm:cxn modelId="{94F01185-AF88-45DC-80E3-A83E98D1B48D}" type="presParOf" srcId="{DEAFED16-9DC2-4B43-8ED7-C4BD738C094C}" destId="{3631FB26-782E-40BE-A24C-5F112458A32D}" srcOrd="19" destOrd="0" presId="urn:microsoft.com/office/officeart/2009/3/layout/RandomtoResultProcess"/>
    <dgm:cxn modelId="{6078F53F-969A-413E-9A75-E76F5DC68CBB}" type="presParOf" srcId="{DC80626E-FBD7-407C-8954-D2C295021309}" destId="{DCFCBE42-36E9-44E8-91A6-AC4A63DFB49F}" srcOrd="1" destOrd="0" presId="urn:microsoft.com/office/officeart/2009/3/layout/RandomtoResultProcess"/>
    <dgm:cxn modelId="{1858016C-A1A8-480B-B3DF-133C85E260B8}" type="presParOf" srcId="{DCFCBE42-36E9-44E8-91A6-AC4A63DFB49F}" destId="{52C5FC37-5607-4475-84DC-38C854E7D16E}" srcOrd="0" destOrd="0" presId="urn:microsoft.com/office/officeart/2009/3/layout/RandomtoResultProcess"/>
    <dgm:cxn modelId="{9CAADB60-C392-494C-AB90-78CB15F8F1C0}" type="presParOf" srcId="{DCFCBE42-36E9-44E8-91A6-AC4A63DFB49F}" destId="{56BAA7BE-0127-487B-A3A3-A1F1F8DF6CF6}" srcOrd="1" destOrd="0" presId="urn:microsoft.com/office/officeart/2009/3/layout/RandomtoResultProcess"/>
    <dgm:cxn modelId="{17884080-5FAA-4DB9-B1D7-441E17BF7996}" type="presParOf" srcId="{DC80626E-FBD7-407C-8954-D2C295021309}" destId="{4C35E47B-8531-4FA8-92F7-1FAD26B70037}" srcOrd="2" destOrd="0" presId="urn:microsoft.com/office/officeart/2009/3/layout/RandomtoResultProcess"/>
    <dgm:cxn modelId="{45ADACED-D768-4969-96EC-D3B1DCC56206}" type="presParOf" srcId="{4C35E47B-8531-4FA8-92F7-1FAD26B70037}" destId="{C56331EB-FBC3-4BEC-9DA4-99F249C1AE4F}" srcOrd="0" destOrd="0" presId="urn:microsoft.com/office/officeart/2009/3/layout/RandomtoResultProcess"/>
    <dgm:cxn modelId="{208819B8-B15A-4147-AB17-7E470BA99332}" type="presParOf" srcId="{4C35E47B-8531-4FA8-92F7-1FAD26B70037}" destId="{56432260-A937-4D7D-93BD-2A1B3D234E11}" srcOrd="1" destOrd="0" presId="urn:microsoft.com/office/officeart/2009/3/layout/RandomtoResultProcess"/>
    <dgm:cxn modelId="{067F9768-DADF-463D-AB0F-50C9B5324C6B}" type="presParOf" srcId="{4C35E47B-8531-4FA8-92F7-1FAD26B70037}" destId="{C74F79F1-9563-48E8-923D-5E80C5024A54}" srcOrd="2" destOrd="0" presId="urn:microsoft.com/office/officeart/2009/3/layout/RandomtoResultProcess"/>
    <dgm:cxn modelId="{CB3789B0-530B-46F8-89AD-85EB88963D9B}" type="presParOf" srcId="{DC80626E-FBD7-407C-8954-D2C295021309}" destId="{9897FE38-1728-4620-9821-09B40DC36308}" srcOrd="3" destOrd="0" presId="urn:microsoft.com/office/officeart/2009/3/layout/RandomtoResultProcess"/>
    <dgm:cxn modelId="{8484B91A-CCA4-4DBD-B5A0-7091539301DA}" type="presParOf" srcId="{9897FE38-1728-4620-9821-09B40DC36308}" destId="{AC8151D5-1356-46E2-A151-8A4B13705B37}" srcOrd="0" destOrd="0" presId="urn:microsoft.com/office/officeart/2009/3/layout/RandomtoResultProcess"/>
    <dgm:cxn modelId="{F896D322-AE0A-4BE5-B4FD-C96CC16130FD}" type="presParOf" srcId="{9897FE38-1728-4620-9821-09B40DC36308}" destId="{BE866FA9-79DC-4885-8B8E-7C474636316F}" srcOrd="1" destOrd="0" presId="urn:microsoft.com/office/officeart/2009/3/layout/RandomtoResultProcess"/>
    <dgm:cxn modelId="{D7D78CBD-D055-4E17-A042-5989BDA27721}" type="presParOf" srcId="{DC80626E-FBD7-407C-8954-D2C295021309}" destId="{B0A0DD1C-6812-41CB-AA71-299AD9D5F504}" srcOrd="4" destOrd="0" presId="urn:microsoft.com/office/officeart/2009/3/layout/RandomtoResultProcess"/>
    <dgm:cxn modelId="{EBE14693-BC0B-48E9-A1C2-2B7B33027FAD}" type="presParOf" srcId="{B0A0DD1C-6812-41CB-AA71-299AD9D5F504}" destId="{06180625-B66A-439F-B2D1-E08C8436B436}" srcOrd="0" destOrd="0" presId="urn:microsoft.com/office/officeart/2009/3/layout/RandomtoResultProcess"/>
    <dgm:cxn modelId="{8E43A2C9-A807-4098-B276-43E6DC63947B}" type="presParOf" srcId="{B0A0DD1C-6812-41CB-AA71-299AD9D5F504}" destId="{8D574321-AE13-4F2C-BC18-208612BD2068}" srcOrd="1" destOrd="0" presId="urn:microsoft.com/office/officeart/2009/3/layout/RandomtoResultProcess"/>
    <dgm:cxn modelId="{2D0E3C0A-8A64-4225-AA63-7568535AAF5C}" type="presParOf" srcId="{B0A0DD1C-6812-41CB-AA71-299AD9D5F504}" destId="{24EE2D25-9AE9-4311-96C2-CE6F4DB507A8}" srcOrd="2" destOrd="0" presId="urn:microsoft.com/office/officeart/2009/3/layout/RandomtoResultProcess"/>
    <dgm:cxn modelId="{ABFD0BEF-EA70-46F6-ADDC-E8686C26E86E}" type="presParOf" srcId="{DC80626E-FBD7-407C-8954-D2C295021309}" destId="{976DDD3C-889E-4DF8-8591-F69ABD76AA24}" srcOrd="5" destOrd="0" presId="urn:microsoft.com/office/officeart/2009/3/layout/RandomtoResultProcess"/>
    <dgm:cxn modelId="{F31BA386-63BC-430E-8CB7-3CF9190CA4C8}" type="presParOf" srcId="{976DDD3C-889E-4DF8-8591-F69ABD76AA24}" destId="{236D81FC-D4AC-44B8-B1D2-73CD8552FAB2}" srcOrd="0" destOrd="0" presId="urn:microsoft.com/office/officeart/2009/3/layout/RandomtoResultProcess"/>
    <dgm:cxn modelId="{EB9DCFE1-94E9-44E5-AC84-8AC607E9F379}" type="presParOf" srcId="{976DDD3C-889E-4DF8-8591-F69ABD76AA24}" destId="{7765CCD6-D739-4504-9294-EC0614034DF6}" srcOrd="1" destOrd="0" presId="urn:microsoft.com/office/officeart/2009/3/layout/RandomtoResultProcess"/>
    <dgm:cxn modelId="{1FDD4AB4-C430-40EC-AE77-46626CEAD35C}" type="presParOf" srcId="{DC80626E-FBD7-407C-8954-D2C295021309}" destId="{581DEC9B-A0D1-41EE-A8C7-243B9278D3AE}" srcOrd="6" destOrd="0" presId="urn:microsoft.com/office/officeart/2009/3/layout/RandomtoResultProcess"/>
    <dgm:cxn modelId="{5E784A47-9DC9-4AAE-816F-5A522EF7DBAB}" type="presParOf" srcId="{581DEC9B-A0D1-41EE-A8C7-243B9278D3AE}" destId="{608DD0D2-AA0F-401B-B2E9-7B46D8EA38CD}" srcOrd="0" destOrd="0" presId="urn:microsoft.com/office/officeart/2009/3/layout/RandomtoResultProcess"/>
    <dgm:cxn modelId="{A4F9A9D2-6D00-45EF-813E-DCB51D2F08D4}" type="presParOf" srcId="{581DEC9B-A0D1-41EE-A8C7-243B9278D3AE}" destId="{B73E0BAC-D659-40D0-BDAE-99383B174E7E}" srcOrd="1" destOrd="0" presId="urn:microsoft.com/office/officeart/2009/3/layout/RandomtoResultProcess"/>
    <dgm:cxn modelId="{52091EE8-A6CB-4F23-A251-A2BA12F5F48C}" type="presParOf" srcId="{581DEC9B-A0D1-41EE-A8C7-243B9278D3AE}" destId="{933B2095-73A3-4F65-BDC0-B857AECD3C1D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3E540D-BD4E-4356-9A5D-BBFD3E949BA6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9697D8C-B427-45DA-80C8-D6AAFB74F52A}">
      <dgm:prSet/>
      <dgm:spPr/>
      <dgm:t>
        <a:bodyPr/>
        <a:lstStyle/>
        <a:p>
          <a:pPr rtl="0"/>
          <a:r>
            <a:rPr lang="bg-BG" dirty="0" smtClean="0"/>
            <a:t>Ниска раждаемост в България и демографска криза</a:t>
          </a:r>
          <a:endParaRPr lang="en-US" dirty="0"/>
        </a:p>
      </dgm:t>
    </dgm:pt>
    <dgm:pt modelId="{FC9499B6-9584-4454-9F29-4FBB5581D305}" type="parTrans" cxnId="{D8939C8B-D16C-4CA8-81FD-24829B911775}">
      <dgm:prSet/>
      <dgm:spPr/>
      <dgm:t>
        <a:bodyPr/>
        <a:lstStyle/>
        <a:p>
          <a:endParaRPr lang="en-US"/>
        </a:p>
      </dgm:t>
    </dgm:pt>
    <dgm:pt modelId="{381B6B3E-9D44-46DE-8193-4DFE9AAB815D}" type="sibTrans" cxnId="{D8939C8B-D16C-4CA8-81FD-24829B911775}">
      <dgm:prSet/>
      <dgm:spPr/>
      <dgm:t>
        <a:bodyPr/>
        <a:lstStyle/>
        <a:p>
          <a:endParaRPr lang="en-US"/>
        </a:p>
      </dgm:t>
    </dgm:pt>
    <dgm:pt modelId="{55CCA58B-7182-4B90-A71B-FF0081FF2F5C}">
      <dgm:prSet/>
      <dgm:spPr/>
      <dgm:t>
        <a:bodyPr/>
        <a:lstStyle/>
        <a:p>
          <a:pPr rtl="0"/>
          <a:r>
            <a:rPr lang="bg-BG" dirty="0" smtClean="0"/>
            <a:t>Промяна в семейните модели</a:t>
          </a:r>
          <a:endParaRPr lang="en-US" dirty="0"/>
        </a:p>
      </dgm:t>
    </dgm:pt>
    <dgm:pt modelId="{EAFC15FB-116B-4873-809F-672D8235D7A6}" type="parTrans" cxnId="{A919C9B0-CFE6-4B97-B087-E17F52FC6DDB}">
      <dgm:prSet/>
      <dgm:spPr/>
      <dgm:t>
        <a:bodyPr/>
        <a:lstStyle/>
        <a:p>
          <a:endParaRPr lang="en-US"/>
        </a:p>
      </dgm:t>
    </dgm:pt>
    <dgm:pt modelId="{A86A3060-409D-4A23-982F-0829E58AAB85}" type="sibTrans" cxnId="{A919C9B0-CFE6-4B97-B087-E17F52FC6DDB}">
      <dgm:prSet/>
      <dgm:spPr/>
      <dgm:t>
        <a:bodyPr/>
        <a:lstStyle/>
        <a:p>
          <a:endParaRPr lang="en-US"/>
        </a:p>
      </dgm:t>
    </dgm:pt>
    <dgm:pt modelId="{D1A8B7CE-C62D-4DCA-AECF-C9ABB5277716}">
      <dgm:prSet/>
      <dgm:spPr/>
      <dgm:t>
        <a:bodyPr/>
        <a:lstStyle/>
        <a:p>
          <a:pPr rtl="0"/>
          <a:r>
            <a:rPr lang="bg-BG" dirty="0" smtClean="0"/>
            <a:t>Нарастване на извънбрачни раждания</a:t>
          </a:r>
          <a:endParaRPr lang="en-US" dirty="0"/>
        </a:p>
      </dgm:t>
    </dgm:pt>
    <dgm:pt modelId="{F0DDB240-8E77-498B-A46E-386F18C30526}" type="parTrans" cxnId="{1006ACEB-469B-49D4-A9EB-9B4A6BA04883}">
      <dgm:prSet/>
      <dgm:spPr/>
      <dgm:t>
        <a:bodyPr/>
        <a:lstStyle/>
        <a:p>
          <a:endParaRPr lang="en-US"/>
        </a:p>
      </dgm:t>
    </dgm:pt>
    <dgm:pt modelId="{2D2D3103-04FE-4B35-8538-D55D0A92DEC4}" type="sibTrans" cxnId="{1006ACEB-469B-49D4-A9EB-9B4A6BA04883}">
      <dgm:prSet/>
      <dgm:spPr/>
      <dgm:t>
        <a:bodyPr/>
        <a:lstStyle/>
        <a:p>
          <a:endParaRPr lang="en-US"/>
        </a:p>
      </dgm:t>
    </dgm:pt>
    <dgm:pt modelId="{B1D295CF-A2F9-45D0-8B19-89A1FB312A40}" type="pres">
      <dgm:prSet presAssocID="{423E540D-BD4E-4356-9A5D-BBFD3E949BA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9D24F0-8325-4FA1-A876-45122CA0694D}" type="pres">
      <dgm:prSet presAssocID="{29697D8C-B427-45DA-80C8-D6AAFB74F52A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998443-5A64-4796-89C4-4315E262D788}" type="pres">
      <dgm:prSet presAssocID="{381B6B3E-9D44-46DE-8193-4DFE9AAB815D}" presName="spacer" presStyleCnt="0"/>
      <dgm:spPr/>
    </dgm:pt>
    <dgm:pt modelId="{5026FB98-62F5-460C-ADD5-3B8EA5012048}" type="pres">
      <dgm:prSet presAssocID="{55CCA58B-7182-4B90-A71B-FF0081FF2F5C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837679-D9FB-415D-97B0-200EF2667CE6}" type="pres">
      <dgm:prSet presAssocID="{A86A3060-409D-4A23-982F-0829E58AAB85}" presName="spacer" presStyleCnt="0"/>
      <dgm:spPr/>
    </dgm:pt>
    <dgm:pt modelId="{4CC63229-48CA-4CA9-8085-F38B78999954}" type="pres">
      <dgm:prSet presAssocID="{D1A8B7CE-C62D-4DCA-AECF-C9ABB5277716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B07D96C-6B23-42F8-92E0-11821646991D}" type="presOf" srcId="{D1A8B7CE-C62D-4DCA-AECF-C9ABB5277716}" destId="{4CC63229-48CA-4CA9-8085-F38B78999954}" srcOrd="0" destOrd="0" presId="urn:microsoft.com/office/officeart/2005/8/layout/vList2"/>
    <dgm:cxn modelId="{F04FD76D-21AD-4B0E-9533-3F3DE81A97A3}" type="presOf" srcId="{29697D8C-B427-45DA-80C8-D6AAFB74F52A}" destId="{999D24F0-8325-4FA1-A876-45122CA0694D}" srcOrd="0" destOrd="0" presId="urn:microsoft.com/office/officeart/2005/8/layout/vList2"/>
    <dgm:cxn modelId="{A919C9B0-CFE6-4B97-B087-E17F52FC6DDB}" srcId="{423E540D-BD4E-4356-9A5D-BBFD3E949BA6}" destId="{55CCA58B-7182-4B90-A71B-FF0081FF2F5C}" srcOrd="1" destOrd="0" parTransId="{EAFC15FB-116B-4873-809F-672D8235D7A6}" sibTransId="{A86A3060-409D-4A23-982F-0829E58AAB85}"/>
    <dgm:cxn modelId="{D8939C8B-D16C-4CA8-81FD-24829B911775}" srcId="{423E540D-BD4E-4356-9A5D-BBFD3E949BA6}" destId="{29697D8C-B427-45DA-80C8-D6AAFB74F52A}" srcOrd="0" destOrd="0" parTransId="{FC9499B6-9584-4454-9F29-4FBB5581D305}" sibTransId="{381B6B3E-9D44-46DE-8193-4DFE9AAB815D}"/>
    <dgm:cxn modelId="{301AF871-45DA-4F04-B2D8-35D7953F5529}" type="presOf" srcId="{55CCA58B-7182-4B90-A71B-FF0081FF2F5C}" destId="{5026FB98-62F5-460C-ADD5-3B8EA5012048}" srcOrd="0" destOrd="0" presId="urn:microsoft.com/office/officeart/2005/8/layout/vList2"/>
    <dgm:cxn modelId="{1006ACEB-469B-49D4-A9EB-9B4A6BA04883}" srcId="{423E540D-BD4E-4356-9A5D-BBFD3E949BA6}" destId="{D1A8B7CE-C62D-4DCA-AECF-C9ABB5277716}" srcOrd="2" destOrd="0" parTransId="{F0DDB240-8E77-498B-A46E-386F18C30526}" sibTransId="{2D2D3103-04FE-4B35-8538-D55D0A92DEC4}"/>
    <dgm:cxn modelId="{3C471E29-E142-4632-986B-DDAC530BC1BA}" type="presOf" srcId="{423E540D-BD4E-4356-9A5D-BBFD3E949BA6}" destId="{B1D295CF-A2F9-45D0-8B19-89A1FB312A40}" srcOrd="0" destOrd="0" presId="urn:microsoft.com/office/officeart/2005/8/layout/vList2"/>
    <dgm:cxn modelId="{A460118E-042A-4BC2-9E2F-80AAA9F98A4C}" type="presParOf" srcId="{B1D295CF-A2F9-45D0-8B19-89A1FB312A40}" destId="{999D24F0-8325-4FA1-A876-45122CA0694D}" srcOrd="0" destOrd="0" presId="urn:microsoft.com/office/officeart/2005/8/layout/vList2"/>
    <dgm:cxn modelId="{338D7979-E1FA-4BEA-98A4-1E5898BE506B}" type="presParOf" srcId="{B1D295CF-A2F9-45D0-8B19-89A1FB312A40}" destId="{CF998443-5A64-4796-89C4-4315E262D788}" srcOrd="1" destOrd="0" presId="urn:microsoft.com/office/officeart/2005/8/layout/vList2"/>
    <dgm:cxn modelId="{57F8AA54-0F6B-4C6C-8969-A0A09A84F39B}" type="presParOf" srcId="{B1D295CF-A2F9-45D0-8B19-89A1FB312A40}" destId="{5026FB98-62F5-460C-ADD5-3B8EA5012048}" srcOrd="2" destOrd="0" presId="urn:microsoft.com/office/officeart/2005/8/layout/vList2"/>
    <dgm:cxn modelId="{50E09854-1A6E-46CD-952E-E4A1EDDACB05}" type="presParOf" srcId="{B1D295CF-A2F9-45D0-8B19-89A1FB312A40}" destId="{9A837679-D9FB-415D-97B0-200EF2667CE6}" srcOrd="3" destOrd="0" presId="urn:microsoft.com/office/officeart/2005/8/layout/vList2"/>
    <dgm:cxn modelId="{F64D1069-40EB-42BF-8428-304414B41775}" type="presParOf" srcId="{B1D295CF-A2F9-45D0-8B19-89A1FB312A40}" destId="{4CC63229-48CA-4CA9-8085-F38B7899995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F999BE-CFDB-497A-A924-789078D091F0}" type="doc">
      <dgm:prSet loTypeId="urn:microsoft.com/office/officeart/2005/8/layout/default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A1B14DD7-D3F1-452F-AEEE-922B4222CADE}">
      <dgm:prSet/>
      <dgm:spPr/>
      <dgm:t>
        <a:bodyPr/>
        <a:lstStyle/>
        <a:p>
          <a:pPr rtl="0"/>
          <a:r>
            <a:rPr lang="ru-RU" dirty="0" smtClean="0"/>
            <a:t>Анализ на зависимостта между бракове и раждания (2010-2025)</a:t>
          </a:r>
          <a:endParaRPr lang="en-US" dirty="0"/>
        </a:p>
      </dgm:t>
    </dgm:pt>
    <dgm:pt modelId="{2AFE249B-04DF-4B81-91E5-51E2973A344A}" type="parTrans" cxnId="{92BC2222-1918-4C7D-A3EC-53D2B178BF70}">
      <dgm:prSet/>
      <dgm:spPr/>
      <dgm:t>
        <a:bodyPr/>
        <a:lstStyle/>
        <a:p>
          <a:endParaRPr lang="en-US"/>
        </a:p>
      </dgm:t>
    </dgm:pt>
    <dgm:pt modelId="{A4D5AF41-CF90-40F8-A034-963CC92CB585}" type="sibTrans" cxnId="{92BC2222-1918-4C7D-A3EC-53D2B178BF70}">
      <dgm:prSet/>
      <dgm:spPr/>
      <dgm:t>
        <a:bodyPr/>
        <a:lstStyle/>
        <a:p>
          <a:endParaRPr lang="en-US"/>
        </a:p>
      </dgm:t>
    </dgm:pt>
    <dgm:pt modelId="{FD6D722D-20FC-48C1-A7ED-6396B49339FF}">
      <dgm:prSet/>
      <dgm:spPr/>
      <dgm:t>
        <a:bodyPr/>
        <a:lstStyle/>
        <a:p>
          <a:pPr rtl="0"/>
          <a:r>
            <a:rPr lang="ru-RU" dirty="0" smtClean="0"/>
            <a:t>Анализ на времево закъснение</a:t>
          </a:r>
          <a:endParaRPr lang="en-US" dirty="0"/>
        </a:p>
      </dgm:t>
    </dgm:pt>
    <dgm:pt modelId="{10FA8CB4-EF99-4329-A525-3E2CD36A1599}" type="parTrans" cxnId="{7DCBE41C-61BF-470C-BA0A-EBF21707B41F}">
      <dgm:prSet/>
      <dgm:spPr/>
      <dgm:t>
        <a:bodyPr/>
        <a:lstStyle/>
        <a:p>
          <a:endParaRPr lang="en-US"/>
        </a:p>
      </dgm:t>
    </dgm:pt>
    <dgm:pt modelId="{E1DDF5CA-738E-47E6-86BD-4753A850AE37}" type="sibTrans" cxnId="{7DCBE41C-61BF-470C-BA0A-EBF21707B41F}">
      <dgm:prSet/>
      <dgm:spPr/>
      <dgm:t>
        <a:bodyPr/>
        <a:lstStyle/>
        <a:p>
          <a:endParaRPr lang="en-US"/>
        </a:p>
      </dgm:t>
    </dgm:pt>
    <dgm:pt modelId="{08F14544-3DDE-400E-B9C4-5BE7C0B0B09D}">
      <dgm:prSet/>
      <dgm:spPr/>
      <dgm:t>
        <a:bodyPr/>
        <a:lstStyle/>
        <a:p>
          <a:pPr rtl="0"/>
          <a:r>
            <a:rPr lang="ru-RU" dirty="0" smtClean="0"/>
            <a:t>Сравнение между национално ниво, градове и села</a:t>
          </a:r>
          <a:endParaRPr lang="en-US" dirty="0"/>
        </a:p>
      </dgm:t>
    </dgm:pt>
    <dgm:pt modelId="{95D11BB7-A1D6-446B-84D5-53303E0AD741}" type="parTrans" cxnId="{19919CF3-566F-441E-85A3-1D0949529F2D}">
      <dgm:prSet/>
      <dgm:spPr/>
      <dgm:t>
        <a:bodyPr/>
        <a:lstStyle/>
        <a:p>
          <a:endParaRPr lang="en-US"/>
        </a:p>
      </dgm:t>
    </dgm:pt>
    <dgm:pt modelId="{7176E4F9-5C81-44A8-BD3D-828E325691FB}" type="sibTrans" cxnId="{19919CF3-566F-441E-85A3-1D0949529F2D}">
      <dgm:prSet/>
      <dgm:spPr/>
      <dgm:t>
        <a:bodyPr/>
        <a:lstStyle/>
        <a:p>
          <a:endParaRPr lang="en-US"/>
        </a:p>
      </dgm:t>
    </dgm:pt>
    <dgm:pt modelId="{114E7604-DCB9-440D-AF7D-E980239B6D65}">
      <dgm:prSet/>
      <dgm:spPr/>
      <dgm:t>
        <a:bodyPr/>
        <a:lstStyle/>
        <a:p>
          <a:pPr rtl="0"/>
          <a:r>
            <a:rPr lang="ru-RU" dirty="0" smtClean="0"/>
            <a:t>Групиране на областите със сходни профили</a:t>
          </a:r>
          <a:endParaRPr lang="en-US" dirty="0"/>
        </a:p>
      </dgm:t>
    </dgm:pt>
    <dgm:pt modelId="{4B3DB4CC-385B-4AA1-8E77-4B6597268F68}" type="parTrans" cxnId="{B4523386-0EAB-4FAF-A1F1-221BEB42B0A7}">
      <dgm:prSet/>
      <dgm:spPr/>
      <dgm:t>
        <a:bodyPr/>
        <a:lstStyle/>
        <a:p>
          <a:endParaRPr lang="en-US"/>
        </a:p>
      </dgm:t>
    </dgm:pt>
    <dgm:pt modelId="{75EF865F-7D6B-481E-9D27-13A4B40E89B9}" type="sibTrans" cxnId="{B4523386-0EAB-4FAF-A1F1-221BEB42B0A7}">
      <dgm:prSet/>
      <dgm:spPr/>
      <dgm:t>
        <a:bodyPr/>
        <a:lstStyle/>
        <a:p>
          <a:endParaRPr lang="en-US"/>
        </a:p>
      </dgm:t>
    </dgm:pt>
    <dgm:pt modelId="{7C06739A-D294-4496-ADA1-D44F80388208}">
      <dgm:prSet/>
      <dgm:spPr/>
      <dgm:t>
        <a:bodyPr/>
        <a:lstStyle/>
        <a:p>
          <a:r>
            <a:rPr lang="bg-BG" dirty="0" smtClean="0"/>
            <a:t>Разграничаване на брачни и извънбрачни раждания</a:t>
          </a:r>
          <a:endParaRPr lang="en-US" dirty="0"/>
        </a:p>
      </dgm:t>
    </dgm:pt>
    <dgm:pt modelId="{3E7FE787-D73D-4D1A-B56C-60C49A2FF07E}" type="parTrans" cxnId="{A54E924C-86F9-4722-B88D-9ABE133EBBBB}">
      <dgm:prSet/>
      <dgm:spPr/>
    </dgm:pt>
    <dgm:pt modelId="{E94BFAF2-7724-4525-B140-43E84E6B12BA}" type="sibTrans" cxnId="{A54E924C-86F9-4722-B88D-9ABE133EBBBB}">
      <dgm:prSet/>
      <dgm:spPr/>
    </dgm:pt>
    <dgm:pt modelId="{8C194169-EBA3-49AD-B772-D161593B9532}" type="pres">
      <dgm:prSet presAssocID="{1DF999BE-CFDB-497A-A924-789078D091F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AA5F7D5-6CEB-4363-8F36-440944C70C51}" type="pres">
      <dgm:prSet presAssocID="{A1B14DD7-D3F1-452F-AEEE-922B4222CAD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7B4769-6BE0-4AB7-BE24-FDFAF631CD73}" type="pres">
      <dgm:prSet presAssocID="{A4D5AF41-CF90-40F8-A034-963CC92CB585}" presName="sibTrans" presStyleCnt="0"/>
      <dgm:spPr/>
    </dgm:pt>
    <dgm:pt modelId="{DBF0B5DB-64D2-4C90-88FD-EB8F0A46ACAA}" type="pres">
      <dgm:prSet presAssocID="{FD6D722D-20FC-48C1-A7ED-6396B49339FF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825474-7702-4625-BB7A-160C564C7E83}" type="pres">
      <dgm:prSet presAssocID="{E1DDF5CA-738E-47E6-86BD-4753A850AE37}" presName="sibTrans" presStyleCnt="0"/>
      <dgm:spPr/>
    </dgm:pt>
    <dgm:pt modelId="{4765355B-94E6-4C46-9AE4-2494BEAC5FD8}" type="pres">
      <dgm:prSet presAssocID="{7C06739A-D294-4496-ADA1-D44F8038820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1C1680-BA14-4BC9-B77F-1AD20C78ED07}" type="pres">
      <dgm:prSet presAssocID="{E94BFAF2-7724-4525-B140-43E84E6B12BA}" presName="sibTrans" presStyleCnt="0"/>
      <dgm:spPr/>
    </dgm:pt>
    <dgm:pt modelId="{B7B1F903-6335-45B1-9BC1-33EF8CDB8C7A}" type="pres">
      <dgm:prSet presAssocID="{08F14544-3DDE-400E-B9C4-5BE7C0B0B09D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35F656-83DB-432A-926D-5C9BA668762D}" type="pres">
      <dgm:prSet presAssocID="{7176E4F9-5C81-44A8-BD3D-828E325691FB}" presName="sibTrans" presStyleCnt="0"/>
      <dgm:spPr/>
    </dgm:pt>
    <dgm:pt modelId="{89324C94-6643-4AF7-B747-0ECDCB7E8566}" type="pres">
      <dgm:prSet presAssocID="{114E7604-DCB9-440D-AF7D-E980239B6D65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71CDDD-1A65-461B-A2E2-6A71AC7F798B}" type="presOf" srcId="{7C06739A-D294-4496-ADA1-D44F80388208}" destId="{4765355B-94E6-4C46-9AE4-2494BEAC5FD8}" srcOrd="0" destOrd="0" presId="urn:microsoft.com/office/officeart/2005/8/layout/default"/>
    <dgm:cxn modelId="{19919CF3-566F-441E-85A3-1D0949529F2D}" srcId="{1DF999BE-CFDB-497A-A924-789078D091F0}" destId="{08F14544-3DDE-400E-B9C4-5BE7C0B0B09D}" srcOrd="3" destOrd="0" parTransId="{95D11BB7-A1D6-446B-84D5-53303E0AD741}" sibTransId="{7176E4F9-5C81-44A8-BD3D-828E325691FB}"/>
    <dgm:cxn modelId="{225AA82D-76CD-434C-96F5-EDF6B2A7D837}" type="presOf" srcId="{A1B14DD7-D3F1-452F-AEEE-922B4222CADE}" destId="{EAA5F7D5-6CEB-4363-8F36-440944C70C51}" srcOrd="0" destOrd="0" presId="urn:microsoft.com/office/officeart/2005/8/layout/default"/>
    <dgm:cxn modelId="{A1F69D77-3C46-44B2-8310-3F1FB91AF8A3}" type="presOf" srcId="{114E7604-DCB9-440D-AF7D-E980239B6D65}" destId="{89324C94-6643-4AF7-B747-0ECDCB7E8566}" srcOrd="0" destOrd="0" presId="urn:microsoft.com/office/officeart/2005/8/layout/default"/>
    <dgm:cxn modelId="{92BC2222-1918-4C7D-A3EC-53D2B178BF70}" srcId="{1DF999BE-CFDB-497A-A924-789078D091F0}" destId="{A1B14DD7-D3F1-452F-AEEE-922B4222CADE}" srcOrd="0" destOrd="0" parTransId="{2AFE249B-04DF-4B81-91E5-51E2973A344A}" sibTransId="{A4D5AF41-CF90-40F8-A034-963CC92CB585}"/>
    <dgm:cxn modelId="{A54E924C-86F9-4722-B88D-9ABE133EBBBB}" srcId="{1DF999BE-CFDB-497A-A924-789078D091F0}" destId="{7C06739A-D294-4496-ADA1-D44F80388208}" srcOrd="2" destOrd="0" parTransId="{3E7FE787-D73D-4D1A-B56C-60C49A2FF07E}" sibTransId="{E94BFAF2-7724-4525-B140-43E84E6B12BA}"/>
    <dgm:cxn modelId="{54538F2F-7DC4-4ECC-978D-538AF9D7582A}" type="presOf" srcId="{FD6D722D-20FC-48C1-A7ED-6396B49339FF}" destId="{DBF0B5DB-64D2-4C90-88FD-EB8F0A46ACAA}" srcOrd="0" destOrd="0" presId="urn:microsoft.com/office/officeart/2005/8/layout/default"/>
    <dgm:cxn modelId="{D0DCDE8B-B2C6-47E2-85AE-4219C438C53D}" type="presOf" srcId="{08F14544-3DDE-400E-B9C4-5BE7C0B0B09D}" destId="{B7B1F903-6335-45B1-9BC1-33EF8CDB8C7A}" srcOrd="0" destOrd="0" presId="urn:microsoft.com/office/officeart/2005/8/layout/default"/>
    <dgm:cxn modelId="{7DCBE41C-61BF-470C-BA0A-EBF21707B41F}" srcId="{1DF999BE-CFDB-497A-A924-789078D091F0}" destId="{FD6D722D-20FC-48C1-A7ED-6396B49339FF}" srcOrd="1" destOrd="0" parTransId="{10FA8CB4-EF99-4329-A525-3E2CD36A1599}" sibTransId="{E1DDF5CA-738E-47E6-86BD-4753A850AE37}"/>
    <dgm:cxn modelId="{892AFDD9-3A78-4FB6-A778-9079B8CF0D29}" type="presOf" srcId="{1DF999BE-CFDB-497A-A924-789078D091F0}" destId="{8C194169-EBA3-49AD-B772-D161593B9532}" srcOrd="0" destOrd="0" presId="urn:microsoft.com/office/officeart/2005/8/layout/default"/>
    <dgm:cxn modelId="{B4523386-0EAB-4FAF-A1F1-221BEB42B0A7}" srcId="{1DF999BE-CFDB-497A-A924-789078D091F0}" destId="{114E7604-DCB9-440D-AF7D-E980239B6D65}" srcOrd="4" destOrd="0" parTransId="{4B3DB4CC-385B-4AA1-8E77-4B6597268F68}" sibTransId="{75EF865F-7D6B-481E-9D27-13A4B40E89B9}"/>
    <dgm:cxn modelId="{8538195E-4CF5-41BC-A8FD-1A3B5A8EB746}" type="presParOf" srcId="{8C194169-EBA3-49AD-B772-D161593B9532}" destId="{EAA5F7D5-6CEB-4363-8F36-440944C70C51}" srcOrd="0" destOrd="0" presId="urn:microsoft.com/office/officeart/2005/8/layout/default"/>
    <dgm:cxn modelId="{EA725A9F-9E4F-4434-9084-0AC698CDE2D4}" type="presParOf" srcId="{8C194169-EBA3-49AD-B772-D161593B9532}" destId="{EB7B4769-6BE0-4AB7-BE24-FDFAF631CD73}" srcOrd="1" destOrd="0" presId="urn:microsoft.com/office/officeart/2005/8/layout/default"/>
    <dgm:cxn modelId="{59BD2CD0-628A-4D7B-B616-83FD23F1C4FB}" type="presParOf" srcId="{8C194169-EBA3-49AD-B772-D161593B9532}" destId="{DBF0B5DB-64D2-4C90-88FD-EB8F0A46ACAA}" srcOrd="2" destOrd="0" presId="urn:microsoft.com/office/officeart/2005/8/layout/default"/>
    <dgm:cxn modelId="{800BA161-6F68-4AC5-ACB6-7BEF467F6487}" type="presParOf" srcId="{8C194169-EBA3-49AD-B772-D161593B9532}" destId="{AC825474-7702-4625-BB7A-160C564C7E83}" srcOrd="3" destOrd="0" presId="urn:microsoft.com/office/officeart/2005/8/layout/default"/>
    <dgm:cxn modelId="{5AA5C0B9-0BA5-4BED-BB8F-B00D8A37675F}" type="presParOf" srcId="{8C194169-EBA3-49AD-B772-D161593B9532}" destId="{4765355B-94E6-4C46-9AE4-2494BEAC5FD8}" srcOrd="4" destOrd="0" presId="urn:microsoft.com/office/officeart/2005/8/layout/default"/>
    <dgm:cxn modelId="{50874A4B-DF0D-41D5-A07E-ADB34FEA093C}" type="presParOf" srcId="{8C194169-EBA3-49AD-B772-D161593B9532}" destId="{2E1C1680-BA14-4BC9-B77F-1AD20C78ED07}" srcOrd="5" destOrd="0" presId="urn:microsoft.com/office/officeart/2005/8/layout/default"/>
    <dgm:cxn modelId="{31AD5E23-778E-4927-B659-F3349766CE57}" type="presParOf" srcId="{8C194169-EBA3-49AD-B772-D161593B9532}" destId="{B7B1F903-6335-45B1-9BC1-33EF8CDB8C7A}" srcOrd="6" destOrd="0" presId="urn:microsoft.com/office/officeart/2005/8/layout/default"/>
    <dgm:cxn modelId="{2638A96E-2627-45CE-9D31-CD9E6CBE1B6D}" type="presParOf" srcId="{8C194169-EBA3-49AD-B772-D161593B9532}" destId="{AB35F656-83DB-432A-926D-5C9BA668762D}" srcOrd="7" destOrd="0" presId="urn:microsoft.com/office/officeart/2005/8/layout/default"/>
    <dgm:cxn modelId="{39B3B7BB-4F9D-452C-8A28-E3F4E620CF7A}" type="presParOf" srcId="{8C194169-EBA3-49AD-B772-D161593B9532}" destId="{89324C94-6643-4AF7-B747-0ECDCB7E856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D0AE5C-9B85-4DDF-BC7D-F3CDF7502BD4}" type="doc">
      <dgm:prSet loTypeId="urn:microsoft.com/office/officeart/2005/8/layout/hList6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28F24C13-B3B6-491D-8CBE-2C050B369681}">
      <dgm:prSet/>
      <dgm:spPr/>
      <dgm:t>
        <a:bodyPr/>
        <a:lstStyle/>
        <a:p>
          <a:pPr rtl="0"/>
          <a:r>
            <a:rPr lang="bg-BG" dirty="0" smtClean="0"/>
            <a:t>Метрики</a:t>
          </a:r>
          <a:endParaRPr lang="en-US" dirty="0"/>
        </a:p>
      </dgm:t>
    </dgm:pt>
    <dgm:pt modelId="{5C8DA332-82F6-4940-8600-0C6E87B1F181}" type="parTrans" cxnId="{29F0AB33-2E09-4498-9050-C0E93F2EB352}">
      <dgm:prSet/>
      <dgm:spPr/>
      <dgm:t>
        <a:bodyPr/>
        <a:lstStyle/>
        <a:p>
          <a:endParaRPr lang="en-US"/>
        </a:p>
      </dgm:t>
    </dgm:pt>
    <dgm:pt modelId="{915B8263-031A-452A-BFEA-240CD80097D9}" type="sibTrans" cxnId="{29F0AB33-2E09-4498-9050-C0E93F2EB352}">
      <dgm:prSet/>
      <dgm:spPr/>
      <dgm:t>
        <a:bodyPr/>
        <a:lstStyle/>
        <a:p>
          <a:endParaRPr lang="en-US"/>
        </a:p>
      </dgm:t>
    </dgm:pt>
    <dgm:pt modelId="{BF143BCF-6D44-4267-82BB-4F637BD07B12}">
      <dgm:prSet/>
      <dgm:spPr/>
      <dgm:t>
        <a:bodyPr/>
        <a:lstStyle/>
        <a:p>
          <a:pPr rtl="0"/>
          <a:r>
            <a:rPr lang="bg-BG" dirty="0" smtClean="0"/>
            <a:t>Стойностите отговарят на няколко фактора (година + местоположение +/- брачни/извънбрачни)</a:t>
          </a:r>
          <a:endParaRPr lang="en-US" dirty="0"/>
        </a:p>
      </dgm:t>
    </dgm:pt>
    <dgm:pt modelId="{093F5390-E11F-4B60-946E-3A18E8FE0C93}" type="parTrans" cxnId="{2E7F8C26-0F90-4C2B-A890-0668B9B4C97B}">
      <dgm:prSet/>
      <dgm:spPr/>
      <dgm:t>
        <a:bodyPr/>
        <a:lstStyle/>
        <a:p>
          <a:endParaRPr lang="en-US"/>
        </a:p>
      </dgm:t>
    </dgm:pt>
    <dgm:pt modelId="{3A3CC07A-D0CE-4DB1-B5D5-96AFCB9EA487}" type="sibTrans" cxnId="{2E7F8C26-0F90-4C2B-A890-0668B9B4C97B}">
      <dgm:prSet/>
      <dgm:spPr/>
      <dgm:t>
        <a:bodyPr/>
        <a:lstStyle/>
        <a:p>
          <a:endParaRPr lang="en-US"/>
        </a:p>
      </dgm:t>
    </dgm:pt>
    <dgm:pt modelId="{BFA3E567-FCD4-4465-AFCE-5A185F56AD18}">
      <dgm:prSet/>
      <dgm:spPr/>
      <dgm:t>
        <a:bodyPr/>
        <a:lstStyle/>
        <a:p>
          <a:pPr rtl="0"/>
          <a:r>
            <a:rPr lang="bg-BG" dirty="0" smtClean="0"/>
            <a:t>Различни мащаби</a:t>
          </a:r>
          <a:endParaRPr lang="en-US" dirty="0"/>
        </a:p>
      </dgm:t>
    </dgm:pt>
    <dgm:pt modelId="{CFD0E5EF-6491-4036-A078-27B9B2816FB2}" type="parTrans" cxnId="{618DD65A-91FF-4FC5-877F-0D83245064CC}">
      <dgm:prSet/>
      <dgm:spPr/>
      <dgm:t>
        <a:bodyPr/>
        <a:lstStyle/>
        <a:p>
          <a:endParaRPr lang="en-US"/>
        </a:p>
      </dgm:t>
    </dgm:pt>
    <dgm:pt modelId="{65B51BCF-8FA4-4425-8CFA-4ACFE92E4104}" type="sibTrans" cxnId="{618DD65A-91FF-4FC5-877F-0D83245064CC}">
      <dgm:prSet/>
      <dgm:spPr/>
      <dgm:t>
        <a:bodyPr/>
        <a:lstStyle/>
        <a:p>
          <a:endParaRPr lang="en-US"/>
        </a:p>
      </dgm:t>
    </dgm:pt>
    <dgm:pt modelId="{F7E89679-2891-49DF-944D-80FB30A34228}">
      <dgm:prSet/>
      <dgm:spPr/>
      <dgm:t>
        <a:bodyPr/>
        <a:lstStyle/>
        <a:p>
          <a:pPr rtl="0"/>
          <a:r>
            <a:rPr lang="bg-BG" dirty="0" smtClean="0"/>
            <a:t>Формат</a:t>
          </a:r>
          <a:endParaRPr lang="en-US" dirty="0"/>
        </a:p>
      </dgm:t>
    </dgm:pt>
    <dgm:pt modelId="{9EB39627-D883-45F9-8DCA-054E47F61177}" type="sibTrans" cxnId="{21A73BFB-CDBC-4DDE-8BEC-8400E65D7F44}">
      <dgm:prSet/>
      <dgm:spPr/>
      <dgm:t>
        <a:bodyPr/>
        <a:lstStyle/>
        <a:p>
          <a:endParaRPr lang="en-US"/>
        </a:p>
      </dgm:t>
    </dgm:pt>
    <dgm:pt modelId="{F553DAE3-D11A-4E5B-8DF1-4DFC62043B70}" type="parTrans" cxnId="{21A73BFB-CDBC-4DDE-8BEC-8400E65D7F44}">
      <dgm:prSet/>
      <dgm:spPr/>
      <dgm:t>
        <a:bodyPr/>
        <a:lstStyle/>
        <a:p>
          <a:endParaRPr lang="en-US"/>
        </a:p>
      </dgm:t>
    </dgm:pt>
    <dgm:pt modelId="{CDFA43CD-CCF1-42A1-A3A4-EDA140E84214}">
      <dgm:prSet/>
      <dgm:spPr/>
      <dgm:t>
        <a:bodyPr/>
        <a:lstStyle/>
        <a:p>
          <a:r>
            <a:rPr lang="bg-BG" dirty="0" smtClean="0"/>
            <a:t>Различни структури на входните данни</a:t>
          </a:r>
          <a:endParaRPr lang="en-US" dirty="0"/>
        </a:p>
      </dgm:t>
    </dgm:pt>
    <dgm:pt modelId="{5F62C351-36DA-46BE-97BA-F43D51BD55A2}" type="parTrans" cxnId="{3D8A9B5D-D29B-45AF-9521-53C35177B5DE}">
      <dgm:prSet/>
      <dgm:spPr/>
      <dgm:t>
        <a:bodyPr/>
        <a:lstStyle/>
        <a:p>
          <a:endParaRPr lang="en-US"/>
        </a:p>
      </dgm:t>
    </dgm:pt>
    <dgm:pt modelId="{672AAF35-C356-4935-A691-03211658B8DD}" type="sibTrans" cxnId="{3D8A9B5D-D29B-45AF-9521-53C35177B5DE}">
      <dgm:prSet/>
      <dgm:spPr/>
      <dgm:t>
        <a:bodyPr/>
        <a:lstStyle/>
        <a:p>
          <a:endParaRPr lang="en-US"/>
        </a:p>
      </dgm:t>
    </dgm:pt>
    <dgm:pt modelId="{C3CF8CE5-D08C-4684-8AF0-06DB71FA1A0D}">
      <dgm:prSet/>
      <dgm:spPr/>
      <dgm:t>
        <a:bodyPr/>
        <a:lstStyle/>
        <a:p>
          <a:r>
            <a:rPr lang="bg-BG" dirty="0" smtClean="0"/>
            <a:t>Включени общини</a:t>
          </a:r>
          <a:endParaRPr lang="en-US" dirty="0"/>
        </a:p>
      </dgm:t>
    </dgm:pt>
    <dgm:pt modelId="{66189F5C-31EF-4C38-AF72-38A8BE39982F}" type="parTrans" cxnId="{EC7D89DF-3B23-4174-8119-09695A1AD76C}">
      <dgm:prSet/>
      <dgm:spPr/>
      <dgm:t>
        <a:bodyPr/>
        <a:lstStyle/>
        <a:p>
          <a:endParaRPr lang="en-US"/>
        </a:p>
      </dgm:t>
    </dgm:pt>
    <dgm:pt modelId="{6EF6CA69-E4EA-403E-AB65-4FF1EFE89E5C}" type="sibTrans" cxnId="{EC7D89DF-3B23-4174-8119-09695A1AD76C}">
      <dgm:prSet/>
      <dgm:spPr/>
      <dgm:t>
        <a:bodyPr/>
        <a:lstStyle/>
        <a:p>
          <a:endParaRPr lang="en-US"/>
        </a:p>
      </dgm:t>
    </dgm:pt>
    <dgm:pt modelId="{8107BE14-D365-4D70-ACAD-8EA9AB31B10F}">
      <dgm:prSet/>
      <dgm:spPr/>
      <dgm:t>
        <a:bodyPr/>
        <a:lstStyle/>
        <a:p>
          <a:r>
            <a:rPr lang="bg-BG" dirty="0" smtClean="0"/>
            <a:t>Областите имат общини със същото име</a:t>
          </a:r>
          <a:endParaRPr lang="en-US" dirty="0"/>
        </a:p>
      </dgm:t>
    </dgm:pt>
    <dgm:pt modelId="{78C7A785-3639-4EC1-B288-E502D7BB9B9F}" type="parTrans" cxnId="{44A6B62D-0C6D-4A02-8879-42DE459DEFB7}">
      <dgm:prSet/>
      <dgm:spPr/>
      <dgm:t>
        <a:bodyPr/>
        <a:lstStyle/>
        <a:p>
          <a:endParaRPr lang="en-US"/>
        </a:p>
      </dgm:t>
    </dgm:pt>
    <dgm:pt modelId="{0E449F14-48AA-457D-A5FC-56747A653001}" type="sibTrans" cxnId="{44A6B62D-0C6D-4A02-8879-42DE459DEFB7}">
      <dgm:prSet/>
      <dgm:spPr/>
      <dgm:t>
        <a:bodyPr/>
        <a:lstStyle/>
        <a:p>
          <a:endParaRPr lang="en-US"/>
        </a:p>
      </dgm:t>
    </dgm:pt>
    <dgm:pt modelId="{F8E2B42D-8892-4834-A4FA-127052B5684A}" type="pres">
      <dgm:prSet presAssocID="{41D0AE5C-9B85-4DDF-BC7D-F3CDF7502BD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15D5F5B-8BAC-4F76-9147-605C66D0EFC1}" type="pres">
      <dgm:prSet presAssocID="{F7E89679-2891-49DF-944D-80FB30A34228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ED4DE-E900-4093-A21C-A32852506EFC}" type="pres">
      <dgm:prSet presAssocID="{9EB39627-D883-45F9-8DCA-054E47F61177}" presName="sibTrans" presStyleCnt="0"/>
      <dgm:spPr/>
    </dgm:pt>
    <dgm:pt modelId="{22B6066A-2A58-457D-8D74-5C31904321C0}" type="pres">
      <dgm:prSet presAssocID="{28F24C13-B3B6-491D-8CBE-2C050B369681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B7605D0-C10C-4045-ABAF-94B0A06F487C}" type="presOf" srcId="{BF143BCF-6D44-4267-82BB-4F637BD07B12}" destId="{22B6066A-2A58-457D-8D74-5C31904321C0}" srcOrd="0" destOrd="1" presId="urn:microsoft.com/office/officeart/2005/8/layout/hList6"/>
    <dgm:cxn modelId="{EFF1B070-BE03-4846-9133-D942A6E353F0}" type="presOf" srcId="{C3CF8CE5-D08C-4684-8AF0-06DB71FA1A0D}" destId="{215D5F5B-8BAC-4F76-9147-605C66D0EFC1}" srcOrd="0" destOrd="2" presId="urn:microsoft.com/office/officeart/2005/8/layout/hList6"/>
    <dgm:cxn modelId="{A4B094FF-0352-4C52-A1C5-45CA0E62588F}" type="presOf" srcId="{F7E89679-2891-49DF-944D-80FB30A34228}" destId="{215D5F5B-8BAC-4F76-9147-605C66D0EFC1}" srcOrd="0" destOrd="0" presId="urn:microsoft.com/office/officeart/2005/8/layout/hList6"/>
    <dgm:cxn modelId="{44A6B62D-0C6D-4A02-8879-42DE459DEFB7}" srcId="{F7E89679-2891-49DF-944D-80FB30A34228}" destId="{8107BE14-D365-4D70-ACAD-8EA9AB31B10F}" srcOrd="2" destOrd="0" parTransId="{78C7A785-3639-4EC1-B288-E502D7BB9B9F}" sibTransId="{0E449F14-48AA-457D-A5FC-56747A653001}"/>
    <dgm:cxn modelId="{D8F081BF-8F5C-427F-9BEA-31FB3435345C}" type="presOf" srcId="{CDFA43CD-CCF1-42A1-A3A4-EDA140E84214}" destId="{215D5F5B-8BAC-4F76-9147-605C66D0EFC1}" srcOrd="0" destOrd="1" presId="urn:microsoft.com/office/officeart/2005/8/layout/hList6"/>
    <dgm:cxn modelId="{21A73BFB-CDBC-4DDE-8BEC-8400E65D7F44}" srcId="{41D0AE5C-9B85-4DDF-BC7D-F3CDF7502BD4}" destId="{F7E89679-2891-49DF-944D-80FB30A34228}" srcOrd="0" destOrd="0" parTransId="{F553DAE3-D11A-4E5B-8DF1-4DFC62043B70}" sibTransId="{9EB39627-D883-45F9-8DCA-054E47F61177}"/>
    <dgm:cxn modelId="{2E7F8C26-0F90-4C2B-A890-0668B9B4C97B}" srcId="{28F24C13-B3B6-491D-8CBE-2C050B369681}" destId="{BF143BCF-6D44-4267-82BB-4F637BD07B12}" srcOrd="0" destOrd="0" parTransId="{093F5390-E11F-4B60-946E-3A18E8FE0C93}" sibTransId="{3A3CC07A-D0CE-4DB1-B5D5-96AFCB9EA487}"/>
    <dgm:cxn modelId="{29F0AB33-2E09-4498-9050-C0E93F2EB352}" srcId="{41D0AE5C-9B85-4DDF-BC7D-F3CDF7502BD4}" destId="{28F24C13-B3B6-491D-8CBE-2C050B369681}" srcOrd="1" destOrd="0" parTransId="{5C8DA332-82F6-4940-8600-0C6E87B1F181}" sibTransId="{915B8263-031A-452A-BFEA-240CD80097D9}"/>
    <dgm:cxn modelId="{3D8A9B5D-D29B-45AF-9521-53C35177B5DE}" srcId="{F7E89679-2891-49DF-944D-80FB30A34228}" destId="{CDFA43CD-CCF1-42A1-A3A4-EDA140E84214}" srcOrd="0" destOrd="0" parTransId="{5F62C351-36DA-46BE-97BA-F43D51BD55A2}" sibTransId="{672AAF35-C356-4935-A691-03211658B8DD}"/>
    <dgm:cxn modelId="{ACB7CA57-F941-4856-931F-7AA2EB5722A3}" type="presOf" srcId="{8107BE14-D365-4D70-ACAD-8EA9AB31B10F}" destId="{215D5F5B-8BAC-4F76-9147-605C66D0EFC1}" srcOrd="0" destOrd="3" presId="urn:microsoft.com/office/officeart/2005/8/layout/hList6"/>
    <dgm:cxn modelId="{EC7D89DF-3B23-4174-8119-09695A1AD76C}" srcId="{F7E89679-2891-49DF-944D-80FB30A34228}" destId="{C3CF8CE5-D08C-4684-8AF0-06DB71FA1A0D}" srcOrd="1" destOrd="0" parTransId="{66189F5C-31EF-4C38-AF72-38A8BE39982F}" sibTransId="{6EF6CA69-E4EA-403E-AB65-4FF1EFE89E5C}"/>
    <dgm:cxn modelId="{618DD65A-91FF-4FC5-877F-0D83245064CC}" srcId="{28F24C13-B3B6-491D-8CBE-2C050B369681}" destId="{BFA3E567-FCD4-4465-AFCE-5A185F56AD18}" srcOrd="1" destOrd="0" parTransId="{CFD0E5EF-6491-4036-A078-27B9B2816FB2}" sibTransId="{65B51BCF-8FA4-4425-8CFA-4ACFE92E4104}"/>
    <dgm:cxn modelId="{261CCEC8-11C8-4D8A-93E9-8531570D42F9}" type="presOf" srcId="{28F24C13-B3B6-491D-8CBE-2C050B369681}" destId="{22B6066A-2A58-457D-8D74-5C31904321C0}" srcOrd="0" destOrd="0" presId="urn:microsoft.com/office/officeart/2005/8/layout/hList6"/>
    <dgm:cxn modelId="{F1915EA7-9D3E-4060-8BE7-0357B618AED5}" type="presOf" srcId="{BFA3E567-FCD4-4465-AFCE-5A185F56AD18}" destId="{22B6066A-2A58-457D-8D74-5C31904321C0}" srcOrd="0" destOrd="2" presId="urn:microsoft.com/office/officeart/2005/8/layout/hList6"/>
    <dgm:cxn modelId="{ABC1AE0E-717D-415A-B188-F559289A2B1C}" type="presOf" srcId="{41D0AE5C-9B85-4DDF-BC7D-F3CDF7502BD4}" destId="{F8E2B42D-8892-4834-A4FA-127052B5684A}" srcOrd="0" destOrd="0" presId="urn:microsoft.com/office/officeart/2005/8/layout/hList6"/>
    <dgm:cxn modelId="{2DBF4174-5F0B-4CE3-9CD8-398DD1E2C8B0}" type="presParOf" srcId="{F8E2B42D-8892-4834-A4FA-127052B5684A}" destId="{215D5F5B-8BAC-4F76-9147-605C66D0EFC1}" srcOrd="0" destOrd="0" presId="urn:microsoft.com/office/officeart/2005/8/layout/hList6"/>
    <dgm:cxn modelId="{238A2C49-69D2-4074-B60A-2ED1C2702FF1}" type="presParOf" srcId="{F8E2B42D-8892-4834-A4FA-127052B5684A}" destId="{2F2ED4DE-E900-4093-A21C-A32852506EFC}" srcOrd="1" destOrd="0" presId="urn:microsoft.com/office/officeart/2005/8/layout/hList6"/>
    <dgm:cxn modelId="{62B9332D-254D-4E65-91F5-43EB56480EF3}" type="presParOf" srcId="{F8E2B42D-8892-4834-A4FA-127052B5684A}" destId="{22B6066A-2A58-457D-8D74-5C31904321C0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1D0AE5C-9B85-4DDF-BC7D-F3CDF7502BD4}" type="doc">
      <dgm:prSet loTypeId="urn:microsoft.com/office/officeart/2005/8/layout/hList6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28F24C13-B3B6-491D-8CBE-2C050B369681}">
      <dgm:prSet/>
      <dgm:spPr/>
      <dgm:t>
        <a:bodyPr/>
        <a:lstStyle/>
        <a:p>
          <a:pPr rtl="0"/>
          <a:r>
            <a:rPr lang="bg-BG" dirty="0" smtClean="0"/>
            <a:t>Метрики</a:t>
          </a:r>
          <a:endParaRPr lang="en-US" dirty="0"/>
        </a:p>
      </dgm:t>
    </dgm:pt>
    <dgm:pt modelId="{5C8DA332-82F6-4940-8600-0C6E87B1F181}" type="parTrans" cxnId="{29F0AB33-2E09-4498-9050-C0E93F2EB352}">
      <dgm:prSet/>
      <dgm:spPr/>
      <dgm:t>
        <a:bodyPr/>
        <a:lstStyle/>
        <a:p>
          <a:endParaRPr lang="en-US"/>
        </a:p>
      </dgm:t>
    </dgm:pt>
    <dgm:pt modelId="{915B8263-031A-452A-BFEA-240CD80097D9}" type="sibTrans" cxnId="{29F0AB33-2E09-4498-9050-C0E93F2EB352}">
      <dgm:prSet/>
      <dgm:spPr/>
      <dgm:t>
        <a:bodyPr/>
        <a:lstStyle/>
        <a:p>
          <a:endParaRPr lang="en-US"/>
        </a:p>
      </dgm:t>
    </dgm:pt>
    <dgm:pt modelId="{BF143BCF-6D44-4267-82BB-4F637BD07B12}">
      <dgm:prSet/>
      <dgm:spPr/>
      <dgm:t>
        <a:bodyPr/>
        <a:lstStyle/>
        <a:p>
          <a:pPr rtl="0"/>
          <a:r>
            <a:rPr lang="bg-BG" dirty="0" smtClean="0"/>
            <a:t>Уеднаквяване на метриките</a:t>
          </a:r>
          <a:endParaRPr lang="en-US" dirty="0"/>
        </a:p>
      </dgm:t>
    </dgm:pt>
    <dgm:pt modelId="{093F5390-E11F-4B60-946E-3A18E8FE0C93}" type="parTrans" cxnId="{2E7F8C26-0F90-4C2B-A890-0668B9B4C97B}">
      <dgm:prSet/>
      <dgm:spPr/>
      <dgm:t>
        <a:bodyPr/>
        <a:lstStyle/>
        <a:p>
          <a:endParaRPr lang="en-US"/>
        </a:p>
      </dgm:t>
    </dgm:pt>
    <dgm:pt modelId="{3A3CC07A-D0CE-4DB1-B5D5-96AFCB9EA487}" type="sibTrans" cxnId="{2E7F8C26-0F90-4C2B-A890-0668B9B4C97B}">
      <dgm:prSet/>
      <dgm:spPr/>
      <dgm:t>
        <a:bodyPr/>
        <a:lstStyle/>
        <a:p>
          <a:endParaRPr lang="en-US"/>
        </a:p>
      </dgm:t>
    </dgm:pt>
    <dgm:pt modelId="{F7E89679-2891-49DF-944D-80FB30A34228}">
      <dgm:prSet/>
      <dgm:spPr/>
      <dgm:t>
        <a:bodyPr/>
        <a:lstStyle/>
        <a:p>
          <a:pPr rtl="0"/>
          <a:r>
            <a:rPr lang="bg-BG" dirty="0" smtClean="0"/>
            <a:t>Формат</a:t>
          </a:r>
          <a:endParaRPr lang="en-US" dirty="0"/>
        </a:p>
      </dgm:t>
    </dgm:pt>
    <dgm:pt modelId="{9EB39627-D883-45F9-8DCA-054E47F61177}" type="sibTrans" cxnId="{21A73BFB-CDBC-4DDE-8BEC-8400E65D7F44}">
      <dgm:prSet/>
      <dgm:spPr/>
      <dgm:t>
        <a:bodyPr/>
        <a:lstStyle/>
        <a:p>
          <a:endParaRPr lang="en-US"/>
        </a:p>
      </dgm:t>
    </dgm:pt>
    <dgm:pt modelId="{F553DAE3-D11A-4E5B-8DF1-4DFC62043B70}" type="parTrans" cxnId="{21A73BFB-CDBC-4DDE-8BEC-8400E65D7F44}">
      <dgm:prSet/>
      <dgm:spPr/>
      <dgm:t>
        <a:bodyPr/>
        <a:lstStyle/>
        <a:p>
          <a:endParaRPr lang="en-US"/>
        </a:p>
      </dgm:t>
    </dgm:pt>
    <dgm:pt modelId="{CDFA43CD-CCF1-42A1-A3A4-EDA140E84214}">
      <dgm:prSet/>
      <dgm:spPr/>
      <dgm:t>
        <a:bodyPr/>
        <a:lstStyle/>
        <a:p>
          <a:r>
            <a:rPr lang="bg-BG" dirty="0" smtClean="0"/>
            <a:t>Динамично намиране на начални редове</a:t>
          </a:r>
          <a:endParaRPr lang="en-US" dirty="0"/>
        </a:p>
      </dgm:t>
    </dgm:pt>
    <dgm:pt modelId="{5F62C351-36DA-46BE-97BA-F43D51BD55A2}" type="parTrans" cxnId="{3D8A9B5D-D29B-45AF-9521-53C35177B5DE}">
      <dgm:prSet/>
      <dgm:spPr/>
      <dgm:t>
        <a:bodyPr/>
        <a:lstStyle/>
        <a:p>
          <a:endParaRPr lang="en-US"/>
        </a:p>
      </dgm:t>
    </dgm:pt>
    <dgm:pt modelId="{672AAF35-C356-4935-A691-03211658B8DD}" type="sibTrans" cxnId="{3D8A9B5D-D29B-45AF-9521-53C35177B5DE}">
      <dgm:prSet/>
      <dgm:spPr/>
      <dgm:t>
        <a:bodyPr/>
        <a:lstStyle/>
        <a:p>
          <a:endParaRPr lang="en-US"/>
        </a:p>
      </dgm:t>
    </dgm:pt>
    <dgm:pt modelId="{C3CF8CE5-D08C-4684-8AF0-06DB71FA1A0D}">
      <dgm:prSet/>
      <dgm:spPr/>
      <dgm:t>
        <a:bodyPr/>
        <a:lstStyle/>
        <a:p>
          <a:r>
            <a:rPr lang="bg-BG" dirty="0" smtClean="0"/>
            <a:t>Филтриране на общините</a:t>
          </a:r>
          <a:endParaRPr lang="en-US" dirty="0"/>
        </a:p>
      </dgm:t>
    </dgm:pt>
    <dgm:pt modelId="{66189F5C-31EF-4C38-AF72-38A8BE39982F}" type="parTrans" cxnId="{EC7D89DF-3B23-4174-8119-09695A1AD76C}">
      <dgm:prSet/>
      <dgm:spPr/>
      <dgm:t>
        <a:bodyPr/>
        <a:lstStyle/>
        <a:p>
          <a:endParaRPr lang="en-US"/>
        </a:p>
      </dgm:t>
    </dgm:pt>
    <dgm:pt modelId="{6EF6CA69-E4EA-403E-AB65-4FF1EFE89E5C}" type="sibTrans" cxnId="{EC7D89DF-3B23-4174-8119-09695A1AD76C}">
      <dgm:prSet/>
      <dgm:spPr/>
      <dgm:t>
        <a:bodyPr/>
        <a:lstStyle/>
        <a:p>
          <a:endParaRPr lang="en-US"/>
        </a:p>
      </dgm:t>
    </dgm:pt>
    <dgm:pt modelId="{D36C2171-F2E7-4B53-9308-ECFA87A801C1}">
      <dgm:prSet/>
      <dgm:spPr/>
      <dgm:t>
        <a:bodyPr/>
        <a:lstStyle/>
        <a:p>
          <a:pPr rtl="0"/>
          <a:r>
            <a:rPr lang="bg-BG" dirty="0" smtClean="0"/>
            <a:t>Три файла за раждаемост</a:t>
          </a:r>
          <a:endParaRPr lang="en-US" dirty="0"/>
        </a:p>
      </dgm:t>
    </dgm:pt>
    <dgm:pt modelId="{57ADB6DB-43F2-452F-82E2-84176265B9BA}" type="parTrans" cxnId="{2B355C7D-65C0-4B57-BA7D-ECE269ED74C8}">
      <dgm:prSet/>
      <dgm:spPr/>
      <dgm:t>
        <a:bodyPr/>
        <a:lstStyle/>
        <a:p>
          <a:endParaRPr lang="en-US"/>
        </a:p>
      </dgm:t>
    </dgm:pt>
    <dgm:pt modelId="{7BCB5D95-0C8F-47E7-8F3F-2B237C21F183}" type="sibTrans" cxnId="{2B355C7D-65C0-4B57-BA7D-ECE269ED74C8}">
      <dgm:prSet/>
      <dgm:spPr/>
      <dgm:t>
        <a:bodyPr/>
        <a:lstStyle/>
        <a:p>
          <a:endParaRPr lang="en-US"/>
        </a:p>
      </dgm:t>
    </dgm:pt>
    <dgm:pt modelId="{A89634E8-221E-4380-B3CC-A44E4A89E955}">
      <dgm:prSet/>
      <dgm:spPr/>
      <dgm:t>
        <a:bodyPr/>
        <a:lstStyle/>
        <a:p>
          <a:pPr rtl="0"/>
          <a:r>
            <a:rPr lang="bg-BG" dirty="0" smtClean="0"/>
            <a:t>Нормализиране (на 1000 души)</a:t>
          </a:r>
          <a:endParaRPr lang="en-US" dirty="0"/>
        </a:p>
      </dgm:t>
    </dgm:pt>
    <dgm:pt modelId="{8386F337-B992-45E1-A5B7-588A3C93349E}" type="parTrans" cxnId="{385D39BA-D414-4C70-800A-DBE84B5CB594}">
      <dgm:prSet/>
      <dgm:spPr/>
      <dgm:t>
        <a:bodyPr/>
        <a:lstStyle/>
        <a:p>
          <a:endParaRPr lang="en-US"/>
        </a:p>
      </dgm:t>
    </dgm:pt>
    <dgm:pt modelId="{0D6AC8BE-23CC-44A3-B322-61EFF479FA8B}" type="sibTrans" cxnId="{385D39BA-D414-4C70-800A-DBE84B5CB594}">
      <dgm:prSet/>
      <dgm:spPr/>
      <dgm:t>
        <a:bodyPr/>
        <a:lstStyle/>
        <a:p>
          <a:endParaRPr lang="en-US"/>
        </a:p>
      </dgm:t>
    </dgm:pt>
    <dgm:pt modelId="{6F0EF5D5-CB11-4897-9302-DF3BDBBC9CBA}" type="pres">
      <dgm:prSet presAssocID="{41D0AE5C-9B85-4DDF-BC7D-F3CDF7502BD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8521D7-F83D-4911-89F4-8554FB04D6B0}" type="pres">
      <dgm:prSet presAssocID="{F7E89679-2891-49DF-944D-80FB30A34228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1B3440-147E-43CE-819B-F1C25C117243}" type="pres">
      <dgm:prSet presAssocID="{9EB39627-D883-45F9-8DCA-054E47F61177}" presName="sibTrans" presStyleCnt="0"/>
      <dgm:spPr/>
    </dgm:pt>
    <dgm:pt modelId="{B4F95BE4-0CBE-4D29-954A-36099EE25ABB}" type="pres">
      <dgm:prSet presAssocID="{28F24C13-B3B6-491D-8CBE-2C050B369681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09A54FB-E09A-455D-8775-039D2779E68E}" type="presOf" srcId="{C3CF8CE5-D08C-4684-8AF0-06DB71FA1A0D}" destId="{6C8521D7-F83D-4911-89F4-8554FB04D6B0}" srcOrd="0" destOrd="2" presId="urn:microsoft.com/office/officeart/2005/8/layout/hList6"/>
    <dgm:cxn modelId="{5F7D1684-7F34-4BA2-A3C7-62DB0AA7F774}" type="presOf" srcId="{BF143BCF-6D44-4267-82BB-4F637BD07B12}" destId="{B4F95BE4-0CBE-4D29-954A-36099EE25ABB}" srcOrd="0" destOrd="1" presId="urn:microsoft.com/office/officeart/2005/8/layout/hList6"/>
    <dgm:cxn modelId="{21A73BFB-CDBC-4DDE-8BEC-8400E65D7F44}" srcId="{41D0AE5C-9B85-4DDF-BC7D-F3CDF7502BD4}" destId="{F7E89679-2891-49DF-944D-80FB30A34228}" srcOrd="0" destOrd="0" parTransId="{F553DAE3-D11A-4E5B-8DF1-4DFC62043B70}" sibTransId="{9EB39627-D883-45F9-8DCA-054E47F61177}"/>
    <dgm:cxn modelId="{ACE4B293-B25F-43FE-BEF7-2D3BE65B5DB2}" type="presOf" srcId="{41D0AE5C-9B85-4DDF-BC7D-F3CDF7502BD4}" destId="{6F0EF5D5-CB11-4897-9302-DF3BDBBC9CBA}" srcOrd="0" destOrd="0" presId="urn:microsoft.com/office/officeart/2005/8/layout/hList6"/>
    <dgm:cxn modelId="{353E59F4-D28C-41EE-A6FE-3D9B10CC7516}" type="presOf" srcId="{A89634E8-221E-4380-B3CC-A44E4A89E955}" destId="{B4F95BE4-0CBE-4D29-954A-36099EE25ABB}" srcOrd="0" destOrd="2" presId="urn:microsoft.com/office/officeart/2005/8/layout/hList6"/>
    <dgm:cxn modelId="{470A6EAE-E928-4C60-BFE1-19A0207FC9CD}" type="presOf" srcId="{28F24C13-B3B6-491D-8CBE-2C050B369681}" destId="{B4F95BE4-0CBE-4D29-954A-36099EE25ABB}" srcOrd="0" destOrd="0" presId="urn:microsoft.com/office/officeart/2005/8/layout/hList6"/>
    <dgm:cxn modelId="{CDF6733C-3814-44B4-A25C-295C7F04A763}" type="presOf" srcId="{CDFA43CD-CCF1-42A1-A3A4-EDA140E84214}" destId="{6C8521D7-F83D-4911-89F4-8554FB04D6B0}" srcOrd="0" destOrd="1" presId="urn:microsoft.com/office/officeart/2005/8/layout/hList6"/>
    <dgm:cxn modelId="{2E7F8C26-0F90-4C2B-A890-0668B9B4C97B}" srcId="{28F24C13-B3B6-491D-8CBE-2C050B369681}" destId="{BF143BCF-6D44-4267-82BB-4F637BD07B12}" srcOrd="0" destOrd="0" parTransId="{093F5390-E11F-4B60-946E-3A18E8FE0C93}" sibTransId="{3A3CC07A-D0CE-4DB1-B5D5-96AFCB9EA487}"/>
    <dgm:cxn modelId="{018F94E5-2F02-4D20-89FE-C50E23D4C055}" type="presOf" srcId="{F7E89679-2891-49DF-944D-80FB30A34228}" destId="{6C8521D7-F83D-4911-89F4-8554FB04D6B0}" srcOrd="0" destOrd="0" presId="urn:microsoft.com/office/officeart/2005/8/layout/hList6"/>
    <dgm:cxn modelId="{3D8A9B5D-D29B-45AF-9521-53C35177B5DE}" srcId="{F7E89679-2891-49DF-944D-80FB30A34228}" destId="{CDFA43CD-CCF1-42A1-A3A4-EDA140E84214}" srcOrd="0" destOrd="0" parTransId="{5F62C351-36DA-46BE-97BA-F43D51BD55A2}" sibTransId="{672AAF35-C356-4935-A691-03211658B8DD}"/>
    <dgm:cxn modelId="{2B355C7D-65C0-4B57-BA7D-ECE269ED74C8}" srcId="{28F24C13-B3B6-491D-8CBE-2C050B369681}" destId="{D36C2171-F2E7-4B53-9308-ECFA87A801C1}" srcOrd="2" destOrd="0" parTransId="{57ADB6DB-43F2-452F-82E2-84176265B9BA}" sibTransId="{7BCB5D95-0C8F-47E7-8F3F-2B237C21F183}"/>
    <dgm:cxn modelId="{EC7D89DF-3B23-4174-8119-09695A1AD76C}" srcId="{F7E89679-2891-49DF-944D-80FB30A34228}" destId="{C3CF8CE5-D08C-4684-8AF0-06DB71FA1A0D}" srcOrd="1" destOrd="0" parTransId="{66189F5C-31EF-4C38-AF72-38A8BE39982F}" sibTransId="{6EF6CA69-E4EA-403E-AB65-4FF1EFE89E5C}"/>
    <dgm:cxn modelId="{29F0AB33-2E09-4498-9050-C0E93F2EB352}" srcId="{41D0AE5C-9B85-4DDF-BC7D-F3CDF7502BD4}" destId="{28F24C13-B3B6-491D-8CBE-2C050B369681}" srcOrd="1" destOrd="0" parTransId="{5C8DA332-82F6-4940-8600-0C6E87B1F181}" sibTransId="{915B8263-031A-452A-BFEA-240CD80097D9}"/>
    <dgm:cxn modelId="{385D39BA-D414-4C70-800A-DBE84B5CB594}" srcId="{28F24C13-B3B6-491D-8CBE-2C050B369681}" destId="{A89634E8-221E-4380-B3CC-A44E4A89E955}" srcOrd="1" destOrd="0" parTransId="{8386F337-B992-45E1-A5B7-588A3C93349E}" sibTransId="{0D6AC8BE-23CC-44A3-B322-61EFF479FA8B}"/>
    <dgm:cxn modelId="{0EE7FD6A-96E3-45B2-8801-8BC5E974165C}" type="presOf" srcId="{D36C2171-F2E7-4B53-9308-ECFA87A801C1}" destId="{B4F95BE4-0CBE-4D29-954A-36099EE25ABB}" srcOrd="0" destOrd="3" presId="urn:microsoft.com/office/officeart/2005/8/layout/hList6"/>
    <dgm:cxn modelId="{933CA847-29DB-49BA-B3B9-811A45FC9DBF}" type="presParOf" srcId="{6F0EF5D5-CB11-4897-9302-DF3BDBBC9CBA}" destId="{6C8521D7-F83D-4911-89F4-8554FB04D6B0}" srcOrd="0" destOrd="0" presId="urn:microsoft.com/office/officeart/2005/8/layout/hList6"/>
    <dgm:cxn modelId="{838990EB-3712-4D65-9524-9E16FFFC9FB8}" type="presParOf" srcId="{6F0EF5D5-CB11-4897-9302-DF3BDBBC9CBA}" destId="{E01B3440-147E-43CE-819B-F1C25C117243}" srcOrd="1" destOrd="0" presId="urn:microsoft.com/office/officeart/2005/8/layout/hList6"/>
    <dgm:cxn modelId="{689D7349-5DB3-461A-9F20-313147FF67E1}" type="presParOf" srcId="{6F0EF5D5-CB11-4897-9302-DF3BDBBC9CBA}" destId="{B4F95BE4-0CBE-4D29-954A-36099EE25ABB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1870053-9902-4E3E-9285-8D57A9514727}" type="doc">
      <dgm:prSet loTypeId="urn:microsoft.com/office/officeart/2005/8/layout/vList5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A1707EAF-9CAA-49D4-9C40-3BAC30CDA70A}">
      <dgm:prSet phldrT="[Text]"/>
      <dgm:spPr/>
      <dgm:t>
        <a:bodyPr/>
        <a:lstStyle/>
        <a:p>
          <a:r>
            <a:rPr lang="bg-BG" dirty="0" err="1" smtClean="0"/>
            <a:t>Корелационен</a:t>
          </a:r>
          <a:r>
            <a:rPr lang="bg-BG" dirty="0" smtClean="0"/>
            <a:t> анализ</a:t>
          </a:r>
          <a:endParaRPr lang="en-US" dirty="0"/>
        </a:p>
      </dgm:t>
    </dgm:pt>
    <dgm:pt modelId="{E498EF71-A487-4D35-9C14-EA1F81D83EDB}" type="parTrans" cxnId="{C71CAE51-0C57-4397-B7E0-7D4B5D0372A3}">
      <dgm:prSet/>
      <dgm:spPr/>
      <dgm:t>
        <a:bodyPr/>
        <a:lstStyle/>
        <a:p>
          <a:endParaRPr lang="en-US"/>
        </a:p>
      </dgm:t>
    </dgm:pt>
    <dgm:pt modelId="{F2AC54AE-4B23-428A-A8BB-389A0FA27B63}" type="sibTrans" cxnId="{C71CAE51-0C57-4397-B7E0-7D4B5D0372A3}">
      <dgm:prSet/>
      <dgm:spPr/>
      <dgm:t>
        <a:bodyPr/>
        <a:lstStyle/>
        <a:p>
          <a:endParaRPr lang="en-US"/>
        </a:p>
      </dgm:t>
    </dgm:pt>
    <dgm:pt modelId="{64DE5619-F456-49C5-BE6B-7F40349AA730}">
      <dgm:prSet phldrT="[Text]"/>
      <dgm:spPr/>
      <dgm:t>
        <a:bodyPr/>
        <a:lstStyle/>
        <a:p>
          <a:r>
            <a:rPr lang="bg-BG" dirty="0" smtClean="0"/>
            <a:t>Бракове &lt;-&gt; раждания</a:t>
          </a:r>
          <a:endParaRPr lang="en-US" dirty="0"/>
        </a:p>
      </dgm:t>
    </dgm:pt>
    <dgm:pt modelId="{B505F695-3A08-4CF9-8764-C108A4D1780E}" type="parTrans" cxnId="{F2BEFFDE-83FD-4DFA-B5F5-B9A52FE66B2F}">
      <dgm:prSet/>
      <dgm:spPr/>
      <dgm:t>
        <a:bodyPr/>
        <a:lstStyle/>
        <a:p>
          <a:endParaRPr lang="en-US"/>
        </a:p>
      </dgm:t>
    </dgm:pt>
    <dgm:pt modelId="{47F8135A-D066-44DC-BB9C-FE5FB26FF485}" type="sibTrans" cxnId="{F2BEFFDE-83FD-4DFA-B5F5-B9A52FE66B2F}">
      <dgm:prSet/>
      <dgm:spPr/>
      <dgm:t>
        <a:bodyPr/>
        <a:lstStyle/>
        <a:p>
          <a:endParaRPr lang="en-US"/>
        </a:p>
      </dgm:t>
    </dgm:pt>
    <dgm:pt modelId="{7BB23C69-36CC-4241-8D0D-63CC60568DF6}">
      <dgm:prSet phldrT="[Text]"/>
      <dgm:spPr/>
      <dgm:t>
        <a:bodyPr/>
        <a:lstStyle/>
        <a:p>
          <a:r>
            <a:rPr lang="bg-BG" dirty="0" smtClean="0"/>
            <a:t>Бракове &lt;-&gt; брачни раждания</a:t>
          </a:r>
          <a:endParaRPr lang="en-US" dirty="0"/>
        </a:p>
      </dgm:t>
    </dgm:pt>
    <dgm:pt modelId="{B54EA12F-02EA-4989-91F4-2E3FE136A326}" type="parTrans" cxnId="{8CCBC6D7-BB7B-4D06-9981-B012EBAA3145}">
      <dgm:prSet/>
      <dgm:spPr/>
      <dgm:t>
        <a:bodyPr/>
        <a:lstStyle/>
        <a:p>
          <a:endParaRPr lang="en-US"/>
        </a:p>
      </dgm:t>
    </dgm:pt>
    <dgm:pt modelId="{6B390894-5A17-4083-93F4-0B12200BDEC5}" type="sibTrans" cxnId="{8CCBC6D7-BB7B-4D06-9981-B012EBAA3145}">
      <dgm:prSet/>
      <dgm:spPr/>
      <dgm:t>
        <a:bodyPr/>
        <a:lstStyle/>
        <a:p>
          <a:endParaRPr lang="en-US"/>
        </a:p>
      </dgm:t>
    </dgm:pt>
    <dgm:pt modelId="{6AE314E5-1E20-45C9-9C60-D970F2C73761}">
      <dgm:prSet phldrT="[Text]"/>
      <dgm:spPr/>
      <dgm:t>
        <a:bodyPr/>
        <a:lstStyle/>
        <a:p>
          <a:r>
            <a:rPr lang="bg-BG" dirty="0" smtClean="0"/>
            <a:t>Изместване във времето</a:t>
          </a:r>
          <a:endParaRPr lang="en-US" dirty="0"/>
        </a:p>
      </dgm:t>
    </dgm:pt>
    <dgm:pt modelId="{DD047E79-26BB-4771-A4F5-4BEC5D8DFD2B}" type="parTrans" cxnId="{DEA4AAD6-4940-4FC1-BD18-6D97C3C2E2C7}">
      <dgm:prSet/>
      <dgm:spPr/>
      <dgm:t>
        <a:bodyPr/>
        <a:lstStyle/>
        <a:p>
          <a:endParaRPr lang="en-US"/>
        </a:p>
      </dgm:t>
    </dgm:pt>
    <dgm:pt modelId="{B420E07A-3F11-4CCB-9951-2EF3C818CBD0}" type="sibTrans" cxnId="{DEA4AAD6-4940-4FC1-BD18-6D97C3C2E2C7}">
      <dgm:prSet/>
      <dgm:spPr/>
      <dgm:t>
        <a:bodyPr/>
        <a:lstStyle/>
        <a:p>
          <a:endParaRPr lang="en-US"/>
        </a:p>
      </dgm:t>
    </dgm:pt>
    <dgm:pt modelId="{1F3D03D5-EE3D-4806-87C4-A85A685DCF7C}">
      <dgm:prSet phldrT="[Text]"/>
      <dgm:spPr/>
      <dgm:t>
        <a:bodyPr/>
        <a:lstStyle/>
        <a:p>
          <a:r>
            <a:rPr lang="bg-BG" dirty="0" smtClean="0"/>
            <a:t>До 5 години</a:t>
          </a:r>
          <a:endParaRPr lang="en-US" dirty="0"/>
        </a:p>
      </dgm:t>
    </dgm:pt>
    <dgm:pt modelId="{EF0F311B-BE0B-4283-B2B8-B3F654E67A2A}" type="parTrans" cxnId="{7ADB4390-2B51-4D8C-9132-B0E78087600B}">
      <dgm:prSet/>
      <dgm:spPr/>
      <dgm:t>
        <a:bodyPr/>
        <a:lstStyle/>
        <a:p>
          <a:endParaRPr lang="en-US"/>
        </a:p>
      </dgm:t>
    </dgm:pt>
    <dgm:pt modelId="{EAB06B1F-81B3-4608-B3FE-8DC7ACE07E50}" type="sibTrans" cxnId="{7ADB4390-2B51-4D8C-9132-B0E78087600B}">
      <dgm:prSet/>
      <dgm:spPr/>
      <dgm:t>
        <a:bodyPr/>
        <a:lstStyle/>
        <a:p>
          <a:endParaRPr lang="en-US"/>
        </a:p>
      </dgm:t>
    </dgm:pt>
    <dgm:pt modelId="{FBC9946A-4D33-4C91-9E71-8A0C6B6C77B4}">
      <dgm:prSet phldrT="[Text]"/>
      <dgm:spPr/>
      <dgm:t>
        <a:bodyPr/>
        <a:lstStyle/>
        <a:p>
          <a:r>
            <a:rPr lang="bg-BG" dirty="0" smtClean="0"/>
            <a:t>За България и области – общо, градове, села</a:t>
          </a:r>
          <a:endParaRPr lang="en-US" dirty="0"/>
        </a:p>
      </dgm:t>
    </dgm:pt>
    <dgm:pt modelId="{01F1A94D-AE8D-4AB8-A7A9-797605AB6267}" type="parTrans" cxnId="{CE85B0A2-5987-4B3F-93BB-99B6F19249B8}">
      <dgm:prSet/>
      <dgm:spPr/>
      <dgm:t>
        <a:bodyPr/>
        <a:lstStyle/>
        <a:p>
          <a:endParaRPr lang="en-US"/>
        </a:p>
      </dgm:t>
    </dgm:pt>
    <dgm:pt modelId="{BF33B499-3862-41D8-B10D-E847282BD218}" type="sibTrans" cxnId="{CE85B0A2-5987-4B3F-93BB-99B6F19249B8}">
      <dgm:prSet/>
      <dgm:spPr/>
      <dgm:t>
        <a:bodyPr/>
        <a:lstStyle/>
        <a:p>
          <a:endParaRPr lang="en-US"/>
        </a:p>
      </dgm:t>
    </dgm:pt>
    <dgm:pt modelId="{64997F71-3744-48DD-8A89-9E8D5C826524}">
      <dgm:prSet phldrT="[Text]"/>
      <dgm:spPr/>
      <dgm:t>
        <a:bodyPr/>
        <a:lstStyle/>
        <a:p>
          <a:r>
            <a:rPr lang="bg-BG" dirty="0" smtClean="0"/>
            <a:t>Йерархично </a:t>
          </a:r>
          <a:r>
            <a:rPr lang="bg-BG" dirty="0" err="1" smtClean="0"/>
            <a:t>клъстериране</a:t>
          </a:r>
          <a:endParaRPr lang="en-US" dirty="0"/>
        </a:p>
      </dgm:t>
    </dgm:pt>
    <dgm:pt modelId="{EC283AD6-78B5-481E-8A7E-A3AF73887EE6}" type="parTrans" cxnId="{BE5509B3-225F-4607-BA1F-0B00721760D6}">
      <dgm:prSet/>
      <dgm:spPr/>
      <dgm:t>
        <a:bodyPr/>
        <a:lstStyle/>
        <a:p>
          <a:endParaRPr lang="en-US"/>
        </a:p>
      </dgm:t>
    </dgm:pt>
    <dgm:pt modelId="{B38F4116-F01E-4881-8EE7-1369FA285567}" type="sibTrans" cxnId="{BE5509B3-225F-4607-BA1F-0B00721760D6}">
      <dgm:prSet/>
      <dgm:spPr/>
      <dgm:t>
        <a:bodyPr/>
        <a:lstStyle/>
        <a:p>
          <a:endParaRPr lang="en-US"/>
        </a:p>
      </dgm:t>
    </dgm:pt>
    <dgm:pt modelId="{BA1734D9-6118-4B51-99E2-C3D21F85EACE}">
      <dgm:prSet phldrT="[Text]"/>
      <dgm:spPr/>
      <dgm:t>
        <a:bodyPr/>
        <a:lstStyle/>
        <a:p>
          <a:r>
            <a:rPr lang="bg-BG" dirty="0" smtClean="0"/>
            <a:t>Динамичен брой клъстери</a:t>
          </a:r>
          <a:endParaRPr lang="en-US" dirty="0"/>
        </a:p>
      </dgm:t>
    </dgm:pt>
    <dgm:pt modelId="{96969156-430A-4A09-9DA4-A32221B99660}" type="sibTrans" cxnId="{0DB4A3DF-80A1-42D5-AE5F-C30611549F46}">
      <dgm:prSet/>
      <dgm:spPr/>
      <dgm:t>
        <a:bodyPr/>
        <a:lstStyle/>
        <a:p>
          <a:endParaRPr lang="en-US"/>
        </a:p>
      </dgm:t>
    </dgm:pt>
    <dgm:pt modelId="{AA118C6F-F05E-4620-BC85-82CCCE94DC52}" type="parTrans" cxnId="{0DB4A3DF-80A1-42D5-AE5F-C30611549F46}">
      <dgm:prSet/>
      <dgm:spPr/>
      <dgm:t>
        <a:bodyPr/>
        <a:lstStyle/>
        <a:p>
          <a:endParaRPr lang="en-US"/>
        </a:p>
      </dgm:t>
    </dgm:pt>
    <dgm:pt modelId="{30979CE0-C5A4-46D6-BC46-B95F79F621EE}">
      <dgm:prSet phldrT="[Text]"/>
      <dgm:spPr/>
      <dgm:t>
        <a:bodyPr/>
        <a:lstStyle/>
        <a:p>
          <a:r>
            <a:rPr lang="bg-BG" dirty="0" smtClean="0"/>
            <a:t>Бракове &lt;-&gt; извънбрачни раждания</a:t>
          </a:r>
          <a:endParaRPr lang="en-US" dirty="0"/>
        </a:p>
      </dgm:t>
    </dgm:pt>
    <dgm:pt modelId="{5CC46BD7-BD56-4441-83D5-EB688D50244E}" type="parTrans" cxnId="{DB80EF70-3882-43B8-BBDD-EBCCCAAD6EED}">
      <dgm:prSet/>
      <dgm:spPr/>
      <dgm:t>
        <a:bodyPr/>
        <a:lstStyle/>
        <a:p>
          <a:endParaRPr lang="en-US"/>
        </a:p>
      </dgm:t>
    </dgm:pt>
    <dgm:pt modelId="{EFBCDCBE-3BED-4EA3-AA37-FBCEF10F617D}" type="sibTrans" cxnId="{DB80EF70-3882-43B8-BBDD-EBCCCAAD6EED}">
      <dgm:prSet/>
      <dgm:spPr/>
      <dgm:t>
        <a:bodyPr/>
        <a:lstStyle/>
        <a:p>
          <a:endParaRPr lang="en-US"/>
        </a:p>
      </dgm:t>
    </dgm:pt>
    <dgm:pt modelId="{AF9ABDE5-06B5-4911-9EE3-1C0EA86D5DD2}">
      <dgm:prSet phldrT="[Text]"/>
      <dgm:spPr/>
      <dgm:t>
        <a:bodyPr/>
        <a:lstStyle/>
        <a:p>
          <a:r>
            <a:rPr lang="bg-BG" dirty="0" smtClean="0"/>
            <a:t>Метрики: най-силни корелации и съответно изместване; дял на извънбрачни деца</a:t>
          </a:r>
          <a:endParaRPr lang="en-US" dirty="0"/>
        </a:p>
      </dgm:t>
    </dgm:pt>
    <dgm:pt modelId="{37E70735-F5D4-48C9-A554-9F869B5873E3}" type="parTrans" cxnId="{D74C6BA5-4425-40CB-B973-19F91423A66D}">
      <dgm:prSet/>
      <dgm:spPr/>
      <dgm:t>
        <a:bodyPr/>
        <a:lstStyle/>
        <a:p>
          <a:endParaRPr lang="en-US"/>
        </a:p>
      </dgm:t>
    </dgm:pt>
    <dgm:pt modelId="{28FDB468-FCAC-46E9-808D-BD3983B7C0B3}" type="sibTrans" cxnId="{D74C6BA5-4425-40CB-B973-19F91423A66D}">
      <dgm:prSet/>
      <dgm:spPr/>
      <dgm:t>
        <a:bodyPr/>
        <a:lstStyle/>
        <a:p>
          <a:endParaRPr lang="en-US"/>
        </a:p>
      </dgm:t>
    </dgm:pt>
    <dgm:pt modelId="{78559FF1-B026-4CB2-8032-1A74160BEC83}">
      <dgm:prSet phldrT="[Text]"/>
      <dgm:spPr/>
      <dgm:t>
        <a:bodyPr/>
        <a:lstStyle/>
        <a:p>
          <a:r>
            <a:rPr lang="bg-BG" dirty="0" smtClean="0"/>
            <a:t>Нормализиране</a:t>
          </a:r>
          <a:endParaRPr lang="en-US" dirty="0"/>
        </a:p>
      </dgm:t>
    </dgm:pt>
    <dgm:pt modelId="{A955493F-4E16-49AD-B1A8-A4B02FFF40C4}" type="parTrans" cxnId="{855950B4-A649-4AE2-AC75-65B7D08FFA63}">
      <dgm:prSet/>
      <dgm:spPr/>
      <dgm:t>
        <a:bodyPr/>
        <a:lstStyle/>
        <a:p>
          <a:endParaRPr lang="en-US"/>
        </a:p>
      </dgm:t>
    </dgm:pt>
    <dgm:pt modelId="{77B0FE73-F442-4ED7-B931-3E1B6054AA90}" type="sibTrans" cxnId="{855950B4-A649-4AE2-AC75-65B7D08FFA63}">
      <dgm:prSet/>
      <dgm:spPr/>
      <dgm:t>
        <a:bodyPr/>
        <a:lstStyle/>
        <a:p>
          <a:endParaRPr lang="en-US"/>
        </a:p>
      </dgm:t>
    </dgm:pt>
    <dgm:pt modelId="{880E790B-B6B1-4C23-91A1-01BA4E8D1A6D}">
      <dgm:prSet phldrT="[Text]"/>
      <dgm:spPr/>
      <dgm:t>
        <a:bodyPr/>
        <a:lstStyle/>
        <a:p>
          <a:r>
            <a:rPr lang="bg-BG" dirty="0" smtClean="0"/>
            <a:t>Стойностите са във вид „Х на 1000 човека“</a:t>
          </a:r>
          <a:endParaRPr lang="en-US" dirty="0"/>
        </a:p>
      </dgm:t>
    </dgm:pt>
    <dgm:pt modelId="{7A71EA28-A851-45D9-B552-8769B85854E6}" type="parTrans" cxnId="{4A53CA80-14C8-4204-A0FB-304611CF36FA}">
      <dgm:prSet/>
      <dgm:spPr/>
      <dgm:t>
        <a:bodyPr/>
        <a:lstStyle/>
        <a:p>
          <a:endParaRPr lang="en-US"/>
        </a:p>
      </dgm:t>
    </dgm:pt>
    <dgm:pt modelId="{58DDA71D-6A4C-4A3A-BA78-5106386E4ADC}" type="sibTrans" cxnId="{4A53CA80-14C8-4204-A0FB-304611CF36FA}">
      <dgm:prSet/>
      <dgm:spPr/>
      <dgm:t>
        <a:bodyPr/>
        <a:lstStyle/>
        <a:p>
          <a:endParaRPr lang="en-US"/>
        </a:p>
      </dgm:t>
    </dgm:pt>
    <dgm:pt modelId="{A3D3ED5E-4ED4-436D-B783-3B974DC283C4}" type="pres">
      <dgm:prSet presAssocID="{F1870053-9902-4E3E-9285-8D57A951472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F10B64-0FE6-4F86-92E6-240224AE788C}" type="pres">
      <dgm:prSet presAssocID="{78559FF1-B026-4CB2-8032-1A74160BEC83}" presName="linNode" presStyleCnt="0"/>
      <dgm:spPr/>
    </dgm:pt>
    <dgm:pt modelId="{35C427E9-8B21-4B20-A6B0-B3C49673426C}" type="pres">
      <dgm:prSet presAssocID="{78559FF1-B026-4CB2-8032-1A74160BEC83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77E5AA-599C-4A4B-8264-3F97DD635E57}" type="pres">
      <dgm:prSet presAssocID="{78559FF1-B026-4CB2-8032-1A74160BEC83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CD5DC3-F542-483E-B87F-1982CBE5245D}" type="pres">
      <dgm:prSet presAssocID="{77B0FE73-F442-4ED7-B931-3E1B6054AA90}" presName="sp" presStyleCnt="0"/>
      <dgm:spPr/>
    </dgm:pt>
    <dgm:pt modelId="{96418B06-846F-461A-8864-0281803ADAE4}" type="pres">
      <dgm:prSet presAssocID="{A1707EAF-9CAA-49D4-9C40-3BAC30CDA70A}" presName="linNode" presStyleCnt="0"/>
      <dgm:spPr/>
    </dgm:pt>
    <dgm:pt modelId="{4ED73D10-6D16-4126-8865-DA7E978F0D61}" type="pres">
      <dgm:prSet presAssocID="{A1707EAF-9CAA-49D4-9C40-3BAC30CDA70A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5D0049-EE16-447F-AD99-180ABE76C08C}" type="pres">
      <dgm:prSet presAssocID="{A1707EAF-9CAA-49D4-9C40-3BAC30CDA70A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62F8EF-505E-4A14-BB6D-28D33293D10F}" type="pres">
      <dgm:prSet presAssocID="{F2AC54AE-4B23-428A-A8BB-389A0FA27B63}" presName="sp" presStyleCnt="0"/>
      <dgm:spPr/>
    </dgm:pt>
    <dgm:pt modelId="{539270A5-1217-444D-9E7C-E2BD19460918}" type="pres">
      <dgm:prSet presAssocID="{6AE314E5-1E20-45C9-9C60-D970F2C73761}" presName="linNode" presStyleCnt="0"/>
      <dgm:spPr/>
    </dgm:pt>
    <dgm:pt modelId="{704BFB65-ED1F-421E-A4EE-FDBC5B87ABD0}" type="pres">
      <dgm:prSet presAssocID="{6AE314E5-1E20-45C9-9C60-D970F2C73761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133A36-79F7-4BC7-945B-922FE7617651}" type="pres">
      <dgm:prSet presAssocID="{6AE314E5-1E20-45C9-9C60-D970F2C73761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328A64-653F-4FA7-A443-52D0E7D4170A}" type="pres">
      <dgm:prSet presAssocID="{B420E07A-3F11-4CCB-9951-2EF3C818CBD0}" presName="sp" presStyleCnt="0"/>
      <dgm:spPr/>
    </dgm:pt>
    <dgm:pt modelId="{D1D48821-4042-44B1-BF9E-91FC15D42920}" type="pres">
      <dgm:prSet presAssocID="{64997F71-3744-48DD-8A89-9E8D5C826524}" presName="linNode" presStyleCnt="0"/>
      <dgm:spPr/>
    </dgm:pt>
    <dgm:pt modelId="{F0CA1884-81DE-460A-BB3E-1E23FCE8D731}" type="pres">
      <dgm:prSet presAssocID="{64997F71-3744-48DD-8A89-9E8D5C826524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00AB8B-9787-45A1-BD6C-76A919FEF083}" type="pres">
      <dgm:prSet presAssocID="{64997F71-3744-48DD-8A89-9E8D5C826524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3EA40ED-2D4A-48CE-9D2D-4772D4873F83}" type="presOf" srcId="{1F3D03D5-EE3D-4806-87C4-A85A685DCF7C}" destId="{8A133A36-79F7-4BC7-945B-922FE7617651}" srcOrd="0" destOrd="0" presId="urn:microsoft.com/office/officeart/2005/8/layout/vList5"/>
    <dgm:cxn modelId="{0DB4A3DF-80A1-42D5-AE5F-C30611549F46}" srcId="{64997F71-3744-48DD-8A89-9E8D5C826524}" destId="{BA1734D9-6118-4B51-99E2-C3D21F85EACE}" srcOrd="0" destOrd="0" parTransId="{AA118C6F-F05E-4620-BC85-82CCCE94DC52}" sibTransId="{96969156-430A-4A09-9DA4-A32221B99660}"/>
    <dgm:cxn modelId="{4A53CA80-14C8-4204-A0FB-304611CF36FA}" srcId="{78559FF1-B026-4CB2-8032-1A74160BEC83}" destId="{880E790B-B6B1-4C23-91A1-01BA4E8D1A6D}" srcOrd="0" destOrd="0" parTransId="{7A71EA28-A851-45D9-B552-8769B85854E6}" sibTransId="{58DDA71D-6A4C-4A3A-BA78-5106386E4ADC}"/>
    <dgm:cxn modelId="{7CBD4E32-80C1-4B33-B2C4-3B2E38C29090}" type="presOf" srcId="{7BB23C69-36CC-4241-8D0D-63CC60568DF6}" destId="{A65D0049-EE16-447F-AD99-180ABE76C08C}" srcOrd="0" destOrd="1" presId="urn:microsoft.com/office/officeart/2005/8/layout/vList5"/>
    <dgm:cxn modelId="{F1B3E316-8DD4-431D-B235-F326C58259AE}" type="presOf" srcId="{64997F71-3744-48DD-8A89-9E8D5C826524}" destId="{F0CA1884-81DE-460A-BB3E-1E23FCE8D731}" srcOrd="0" destOrd="0" presId="urn:microsoft.com/office/officeart/2005/8/layout/vList5"/>
    <dgm:cxn modelId="{DEA4AAD6-4940-4FC1-BD18-6D97C3C2E2C7}" srcId="{F1870053-9902-4E3E-9285-8D57A9514727}" destId="{6AE314E5-1E20-45C9-9C60-D970F2C73761}" srcOrd="2" destOrd="0" parTransId="{DD047E79-26BB-4771-A4F5-4BEC5D8DFD2B}" sibTransId="{B420E07A-3F11-4CCB-9951-2EF3C818CBD0}"/>
    <dgm:cxn modelId="{C71CAE51-0C57-4397-B7E0-7D4B5D0372A3}" srcId="{F1870053-9902-4E3E-9285-8D57A9514727}" destId="{A1707EAF-9CAA-49D4-9C40-3BAC30CDA70A}" srcOrd="1" destOrd="0" parTransId="{E498EF71-A487-4D35-9C14-EA1F81D83EDB}" sibTransId="{F2AC54AE-4B23-428A-A8BB-389A0FA27B63}"/>
    <dgm:cxn modelId="{F2BEFFDE-83FD-4DFA-B5F5-B9A52FE66B2F}" srcId="{A1707EAF-9CAA-49D4-9C40-3BAC30CDA70A}" destId="{64DE5619-F456-49C5-BE6B-7F40349AA730}" srcOrd="0" destOrd="0" parTransId="{B505F695-3A08-4CF9-8764-C108A4D1780E}" sibTransId="{47F8135A-D066-44DC-BB9C-FE5FB26FF485}"/>
    <dgm:cxn modelId="{A60EFBDD-0605-47AA-985A-459A4B24092C}" type="presOf" srcId="{880E790B-B6B1-4C23-91A1-01BA4E8D1A6D}" destId="{2577E5AA-599C-4A4B-8264-3F97DD635E57}" srcOrd="0" destOrd="0" presId="urn:microsoft.com/office/officeart/2005/8/layout/vList5"/>
    <dgm:cxn modelId="{B08D0690-3B68-4E9C-973C-FCE18B6CB9C6}" type="presOf" srcId="{F1870053-9902-4E3E-9285-8D57A9514727}" destId="{A3D3ED5E-4ED4-436D-B783-3B974DC283C4}" srcOrd="0" destOrd="0" presId="urn:microsoft.com/office/officeart/2005/8/layout/vList5"/>
    <dgm:cxn modelId="{855950B4-A649-4AE2-AC75-65B7D08FFA63}" srcId="{F1870053-9902-4E3E-9285-8D57A9514727}" destId="{78559FF1-B026-4CB2-8032-1A74160BEC83}" srcOrd="0" destOrd="0" parTransId="{A955493F-4E16-49AD-B1A8-A4B02FFF40C4}" sibTransId="{77B0FE73-F442-4ED7-B931-3E1B6054AA90}"/>
    <dgm:cxn modelId="{7ADB4390-2B51-4D8C-9132-B0E78087600B}" srcId="{6AE314E5-1E20-45C9-9C60-D970F2C73761}" destId="{1F3D03D5-EE3D-4806-87C4-A85A685DCF7C}" srcOrd="0" destOrd="0" parTransId="{EF0F311B-BE0B-4283-B2B8-B3F654E67A2A}" sibTransId="{EAB06B1F-81B3-4608-B3FE-8DC7ACE07E50}"/>
    <dgm:cxn modelId="{2B682DC6-89FC-4FCD-B6D4-730E1EF20F1E}" type="presOf" srcId="{64DE5619-F456-49C5-BE6B-7F40349AA730}" destId="{A65D0049-EE16-447F-AD99-180ABE76C08C}" srcOrd="0" destOrd="0" presId="urn:microsoft.com/office/officeart/2005/8/layout/vList5"/>
    <dgm:cxn modelId="{30F16093-8FD8-4BD5-BB3C-F549FB4CBC1D}" type="presOf" srcId="{A1707EAF-9CAA-49D4-9C40-3BAC30CDA70A}" destId="{4ED73D10-6D16-4126-8865-DA7E978F0D61}" srcOrd="0" destOrd="0" presId="urn:microsoft.com/office/officeart/2005/8/layout/vList5"/>
    <dgm:cxn modelId="{CDF5F210-3B60-4BBD-93D6-D854BF10129E}" type="presOf" srcId="{AF9ABDE5-06B5-4911-9EE3-1C0EA86D5DD2}" destId="{AF00AB8B-9787-45A1-BD6C-76A919FEF083}" srcOrd="0" destOrd="1" presId="urn:microsoft.com/office/officeart/2005/8/layout/vList5"/>
    <dgm:cxn modelId="{248567E4-6D2D-438B-809C-19230827C933}" type="presOf" srcId="{FBC9946A-4D33-4C91-9E71-8A0C6B6C77B4}" destId="{8A133A36-79F7-4BC7-945B-922FE7617651}" srcOrd="0" destOrd="1" presId="urn:microsoft.com/office/officeart/2005/8/layout/vList5"/>
    <dgm:cxn modelId="{DB80EF70-3882-43B8-BBDD-EBCCCAAD6EED}" srcId="{A1707EAF-9CAA-49D4-9C40-3BAC30CDA70A}" destId="{30979CE0-C5A4-46D6-BC46-B95F79F621EE}" srcOrd="2" destOrd="0" parTransId="{5CC46BD7-BD56-4441-83D5-EB688D50244E}" sibTransId="{EFBCDCBE-3BED-4EA3-AA37-FBCEF10F617D}"/>
    <dgm:cxn modelId="{E57A2AD3-F154-4B89-946E-2DBE0F704C75}" type="presOf" srcId="{6AE314E5-1E20-45C9-9C60-D970F2C73761}" destId="{704BFB65-ED1F-421E-A4EE-FDBC5B87ABD0}" srcOrd="0" destOrd="0" presId="urn:microsoft.com/office/officeart/2005/8/layout/vList5"/>
    <dgm:cxn modelId="{C0FC8E0D-8CA3-4995-97C3-3B1DFB58AAD5}" type="presOf" srcId="{BA1734D9-6118-4B51-99E2-C3D21F85EACE}" destId="{AF00AB8B-9787-45A1-BD6C-76A919FEF083}" srcOrd="0" destOrd="0" presId="urn:microsoft.com/office/officeart/2005/8/layout/vList5"/>
    <dgm:cxn modelId="{BE5509B3-225F-4607-BA1F-0B00721760D6}" srcId="{F1870053-9902-4E3E-9285-8D57A9514727}" destId="{64997F71-3744-48DD-8A89-9E8D5C826524}" srcOrd="3" destOrd="0" parTransId="{EC283AD6-78B5-481E-8A7E-A3AF73887EE6}" sibTransId="{B38F4116-F01E-4881-8EE7-1369FA285567}"/>
    <dgm:cxn modelId="{EF376B1D-20DF-439E-9C00-88ED23E27F5C}" type="presOf" srcId="{30979CE0-C5A4-46D6-BC46-B95F79F621EE}" destId="{A65D0049-EE16-447F-AD99-180ABE76C08C}" srcOrd="0" destOrd="2" presId="urn:microsoft.com/office/officeart/2005/8/layout/vList5"/>
    <dgm:cxn modelId="{788CCFF6-EA7D-42D9-A2F2-C2B84A54B8E6}" type="presOf" srcId="{78559FF1-B026-4CB2-8032-1A74160BEC83}" destId="{35C427E9-8B21-4B20-A6B0-B3C49673426C}" srcOrd="0" destOrd="0" presId="urn:microsoft.com/office/officeart/2005/8/layout/vList5"/>
    <dgm:cxn modelId="{CE85B0A2-5987-4B3F-93BB-99B6F19249B8}" srcId="{6AE314E5-1E20-45C9-9C60-D970F2C73761}" destId="{FBC9946A-4D33-4C91-9E71-8A0C6B6C77B4}" srcOrd="1" destOrd="0" parTransId="{01F1A94D-AE8D-4AB8-A7A9-797605AB6267}" sibTransId="{BF33B499-3862-41D8-B10D-E847282BD218}"/>
    <dgm:cxn modelId="{8CCBC6D7-BB7B-4D06-9981-B012EBAA3145}" srcId="{A1707EAF-9CAA-49D4-9C40-3BAC30CDA70A}" destId="{7BB23C69-36CC-4241-8D0D-63CC60568DF6}" srcOrd="1" destOrd="0" parTransId="{B54EA12F-02EA-4989-91F4-2E3FE136A326}" sibTransId="{6B390894-5A17-4083-93F4-0B12200BDEC5}"/>
    <dgm:cxn modelId="{D74C6BA5-4425-40CB-B973-19F91423A66D}" srcId="{64997F71-3744-48DD-8A89-9E8D5C826524}" destId="{AF9ABDE5-06B5-4911-9EE3-1C0EA86D5DD2}" srcOrd="1" destOrd="0" parTransId="{37E70735-F5D4-48C9-A554-9F869B5873E3}" sibTransId="{28FDB468-FCAC-46E9-808D-BD3983B7C0B3}"/>
    <dgm:cxn modelId="{DC222D43-FD1D-42DA-AC06-BAF0E12B8ACD}" type="presParOf" srcId="{A3D3ED5E-4ED4-436D-B783-3B974DC283C4}" destId="{47F10B64-0FE6-4F86-92E6-240224AE788C}" srcOrd="0" destOrd="0" presId="urn:microsoft.com/office/officeart/2005/8/layout/vList5"/>
    <dgm:cxn modelId="{A427AD39-01FC-440E-8301-A3CCB38FB2E3}" type="presParOf" srcId="{47F10B64-0FE6-4F86-92E6-240224AE788C}" destId="{35C427E9-8B21-4B20-A6B0-B3C49673426C}" srcOrd="0" destOrd="0" presId="urn:microsoft.com/office/officeart/2005/8/layout/vList5"/>
    <dgm:cxn modelId="{3FB8BC6D-4742-4783-B594-5E60F31038ED}" type="presParOf" srcId="{47F10B64-0FE6-4F86-92E6-240224AE788C}" destId="{2577E5AA-599C-4A4B-8264-3F97DD635E57}" srcOrd="1" destOrd="0" presId="urn:microsoft.com/office/officeart/2005/8/layout/vList5"/>
    <dgm:cxn modelId="{B0A38402-F972-4398-9AFF-877D0C9B3A28}" type="presParOf" srcId="{A3D3ED5E-4ED4-436D-B783-3B974DC283C4}" destId="{2BCD5DC3-F542-483E-B87F-1982CBE5245D}" srcOrd="1" destOrd="0" presId="urn:microsoft.com/office/officeart/2005/8/layout/vList5"/>
    <dgm:cxn modelId="{CC77B443-0618-4E6E-B5C6-84DE1CCDE6C4}" type="presParOf" srcId="{A3D3ED5E-4ED4-436D-B783-3B974DC283C4}" destId="{96418B06-846F-461A-8864-0281803ADAE4}" srcOrd="2" destOrd="0" presId="urn:microsoft.com/office/officeart/2005/8/layout/vList5"/>
    <dgm:cxn modelId="{10904FF6-3418-4F00-9E38-10AE329FF3B0}" type="presParOf" srcId="{96418B06-846F-461A-8864-0281803ADAE4}" destId="{4ED73D10-6D16-4126-8865-DA7E978F0D61}" srcOrd="0" destOrd="0" presId="urn:microsoft.com/office/officeart/2005/8/layout/vList5"/>
    <dgm:cxn modelId="{EBBBC1F7-45D4-4D8C-A50A-3B7B4374601A}" type="presParOf" srcId="{96418B06-846F-461A-8864-0281803ADAE4}" destId="{A65D0049-EE16-447F-AD99-180ABE76C08C}" srcOrd="1" destOrd="0" presId="urn:microsoft.com/office/officeart/2005/8/layout/vList5"/>
    <dgm:cxn modelId="{46F2A7F2-07E6-4652-A537-F8673ECF917C}" type="presParOf" srcId="{A3D3ED5E-4ED4-436D-B783-3B974DC283C4}" destId="{5A62F8EF-505E-4A14-BB6D-28D33293D10F}" srcOrd="3" destOrd="0" presId="urn:microsoft.com/office/officeart/2005/8/layout/vList5"/>
    <dgm:cxn modelId="{C991EF3E-9628-486B-9F09-2C617C32FA6E}" type="presParOf" srcId="{A3D3ED5E-4ED4-436D-B783-3B974DC283C4}" destId="{539270A5-1217-444D-9E7C-E2BD19460918}" srcOrd="4" destOrd="0" presId="urn:microsoft.com/office/officeart/2005/8/layout/vList5"/>
    <dgm:cxn modelId="{F279733D-C262-4BFA-AB97-5C79D13EA9A6}" type="presParOf" srcId="{539270A5-1217-444D-9E7C-E2BD19460918}" destId="{704BFB65-ED1F-421E-A4EE-FDBC5B87ABD0}" srcOrd="0" destOrd="0" presId="urn:microsoft.com/office/officeart/2005/8/layout/vList5"/>
    <dgm:cxn modelId="{3252161B-C0FC-4E64-8529-EE17ACFFACCD}" type="presParOf" srcId="{539270A5-1217-444D-9E7C-E2BD19460918}" destId="{8A133A36-79F7-4BC7-945B-922FE7617651}" srcOrd="1" destOrd="0" presId="urn:microsoft.com/office/officeart/2005/8/layout/vList5"/>
    <dgm:cxn modelId="{DACBF0F2-579D-4F7F-9ED8-43D24EC72B6A}" type="presParOf" srcId="{A3D3ED5E-4ED4-436D-B783-3B974DC283C4}" destId="{57328A64-653F-4FA7-A443-52D0E7D4170A}" srcOrd="5" destOrd="0" presId="urn:microsoft.com/office/officeart/2005/8/layout/vList5"/>
    <dgm:cxn modelId="{4C268D45-A589-4B88-A87F-A71C65B8072B}" type="presParOf" srcId="{A3D3ED5E-4ED4-436D-B783-3B974DC283C4}" destId="{D1D48821-4042-44B1-BF9E-91FC15D42920}" srcOrd="6" destOrd="0" presId="urn:microsoft.com/office/officeart/2005/8/layout/vList5"/>
    <dgm:cxn modelId="{F30BDCAA-1C61-4945-9D73-C6AB2CDBF0E0}" type="presParOf" srcId="{D1D48821-4042-44B1-BF9E-91FC15D42920}" destId="{F0CA1884-81DE-460A-BB3E-1E23FCE8D731}" srcOrd="0" destOrd="0" presId="urn:microsoft.com/office/officeart/2005/8/layout/vList5"/>
    <dgm:cxn modelId="{FFFDDC59-A6B2-426C-B7F1-F18024D78DBC}" type="presParOf" srcId="{D1D48821-4042-44B1-BF9E-91FC15D42920}" destId="{AF00AB8B-9787-45A1-BD6C-76A919FEF08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D93850-1C6B-44AC-8E96-B9AEA8F9DFFE}">
      <dsp:nvSpPr>
        <dsp:cNvPr id="0" name=""/>
        <dsp:cNvSpPr/>
      </dsp:nvSpPr>
      <dsp:spPr>
        <a:xfrm>
          <a:off x="153203" y="2210853"/>
          <a:ext cx="2279008" cy="751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000" kern="1200" dirty="0" smtClean="0"/>
            <a:t>Идея</a:t>
          </a:r>
          <a:endParaRPr lang="en-US" sz="2000" kern="1200" dirty="0"/>
        </a:p>
      </dsp:txBody>
      <dsp:txXfrm>
        <a:off x="153203" y="2210853"/>
        <a:ext cx="2279008" cy="751036"/>
      </dsp:txXfrm>
    </dsp:sp>
    <dsp:sp modelId="{F736CB49-5ECF-4119-BC25-BA22AC2DFDCC}">
      <dsp:nvSpPr>
        <dsp:cNvPr id="0" name=""/>
        <dsp:cNvSpPr/>
      </dsp:nvSpPr>
      <dsp:spPr>
        <a:xfrm>
          <a:off x="153203" y="3794531"/>
          <a:ext cx="2279008" cy="1407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900" kern="1200" dirty="0" smtClean="0"/>
            <a:t>Мотивация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900" kern="1200" dirty="0" smtClean="0"/>
            <a:t>Цел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900" kern="1200" dirty="0" smtClean="0"/>
            <a:t>Данни</a:t>
          </a:r>
          <a:endParaRPr lang="en-US" sz="1900" kern="1200" dirty="0"/>
        </a:p>
      </dsp:txBody>
      <dsp:txXfrm>
        <a:off x="153203" y="3794531"/>
        <a:ext cx="2279008" cy="1407076"/>
      </dsp:txXfrm>
    </dsp:sp>
    <dsp:sp modelId="{12AC4416-6BEC-4679-959A-5BEFF284BE58}">
      <dsp:nvSpPr>
        <dsp:cNvPr id="0" name=""/>
        <dsp:cNvSpPr/>
      </dsp:nvSpPr>
      <dsp:spPr>
        <a:xfrm>
          <a:off x="150613" y="1982434"/>
          <a:ext cx="181284" cy="18128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A9B27-A421-4AA4-B557-0CDB37F0287B}">
      <dsp:nvSpPr>
        <dsp:cNvPr id="0" name=""/>
        <dsp:cNvSpPr/>
      </dsp:nvSpPr>
      <dsp:spPr>
        <a:xfrm>
          <a:off x="277512" y="1728635"/>
          <a:ext cx="181284" cy="181284"/>
        </a:xfrm>
        <a:prstGeom prst="ellipse">
          <a:avLst/>
        </a:prstGeom>
        <a:solidFill>
          <a:schemeClr val="accent4">
            <a:hueOff val="19993"/>
            <a:satOff val="966"/>
            <a:lumOff val="5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F7F104-90D7-46DE-B1D8-B83C32926D4C}">
      <dsp:nvSpPr>
        <dsp:cNvPr id="0" name=""/>
        <dsp:cNvSpPr/>
      </dsp:nvSpPr>
      <dsp:spPr>
        <a:xfrm>
          <a:off x="582071" y="1779395"/>
          <a:ext cx="284876" cy="284876"/>
        </a:xfrm>
        <a:prstGeom prst="ellipse">
          <a:avLst/>
        </a:prstGeom>
        <a:solidFill>
          <a:schemeClr val="accent4">
            <a:hueOff val="39986"/>
            <a:satOff val="1931"/>
            <a:lumOff val="108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C1991-9F3B-4E48-906C-A0AAAAF60336}">
      <dsp:nvSpPr>
        <dsp:cNvPr id="0" name=""/>
        <dsp:cNvSpPr/>
      </dsp:nvSpPr>
      <dsp:spPr>
        <a:xfrm>
          <a:off x="835869" y="1500217"/>
          <a:ext cx="181284" cy="181284"/>
        </a:xfrm>
        <a:prstGeom prst="ellipse">
          <a:avLst/>
        </a:prstGeom>
        <a:solidFill>
          <a:schemeClr val="accent4">
            <a:hueOff val="59979"/>
            <a:satOff val="2897"/>
            <a:lumOff val="163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DEE09-C85A-44F0-9FC5-1B237956E04C}">
      <dsp:nvSpPr>
        <dsp:cNvPr id="0" name=""/>
        <dsp:cNvSpPr/>
      </dsp:nvSpPr>
      <dsp:spPr>
        <a:xfrm>
          <a:off x="1165808" y="1398697"/>
          <a:ext cx="181284" cy="181284"/>
        </a:xfrm>
        <a:prstGeom prst="ellipse">
          <a:avLst/>
        </a:prstGeom>
        <a:solidFill>
          <a:schemeClr val="accent4">
            <a:hueOff val="79972"/>
            <a:satOff val="3862"/>
            <a:lumOff val="21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0498A2-A3F4-4932-A08D-3CBBFA0A3F31}">
      <dsp:nvSpPr>
        <dsp:cNvPr id="0" name=""/>
        <dsp:cNvSpPr/>
      </dsp:nvSpPr>
      <dsp:spPr>
        <a:xfrm>
          <a:off x="1571885" y="1576356"/>
          <a:ext cx="181284" cy="181284"/>
        </a:xfrm>
        <a:prstGeom prst="ellipse">
          <a:avLst/>
        </a:prstGeom>
        <a:solidFill>
          <a:schemeClr val="accent4">
            <a:hueOff val="99965"/>
            <a:satOff val="4828"/>
            <a:lumOff val="272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28246-BE6C-4836-BD33-3AE4D2E8A88B}">
      <dsp:nvSpPr>
        <dsp:cNvPr id="0" name=""/>
        <dsp:cNvSpPr/>
      </dsp:nvSpPr>
      <dsp:spPr>
        <a:xfrm>
          <a:off x="1825684" y="1703256"/>
          <a:ext cx="284876" cy="284876"/>
        </a:xfrm>
        <a:prstGeom prst="ellipse">
          <a:avLst/>
        </a:prstGeom>
        <a:solidFill>
          <a:schemeClr val="accent4">
            <a:hueOff val="119958"/>
            <a:satOff val="5793"/>
            <a:lumOff val="326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DDF5F4-200C-4E58-B03E-72D80002420E}">
      <dsp:nvSpPr>
        <dsp:cNvPr id="0" name=""/>
        <dsp:cNvSpPr/>
      </dsp:nvSpPr>
      <dsp:spPr>
        <a:xfrm>
          <a:off x="2181002" y="1982434"/>
          <a:ext cx="181284" cy="181284"/>
        </a:xfrm>
        <a:prstGeom prst="ellipse">
          <a:avLst/>
        </a:prstGeom>
        <a:solidFill>
          <a:schemeClr val="accent4">
            <a:hueOff val="139951"/>
            <a:satOff val="6759"/>
            <a:lumOff val="381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6E77F-F90D-477D-AC33-0DD7F651DF3F}">
      <dsp:nvSpPr>
        <dsp:cNvPr id="0" name=""/>
        <dsp:cNvSpPr/>
      </dsp:nvSpPr>
      <dsp:spPr>
        <a:xfrm>
          <a:off x="2333281" y="2261613"/>
          <a:ext cx="181284" cy="181284"/>
        </a:xfrm>
        <a:prstGeom prst="ellipse">
          <a:avLst/>
        </a:prstGeom>
        <a:solidFill>
          <a:schemeClr val="accent4">
            <a:hueOff val="159943"/>
            <a:satOff val="7724"/>
            <a:lumOff val="435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233B0-7D9E-4ADA-83B9-9D61E01F22DF}">
      <dsp:nvSpPr>
        <dsp:cNvPr id="0" name=""/>
        <dsp:cNvSpPr/>
      </dsp:nvSpPr>
      <dsp:spPr>
        <a:xfrm>
          <a:off x="1013528" y="1728635"/>
          <a:ext cx="466160" cy="466160"/>
        </a:xfrm>
        <a:prstGeom prst="ellipse">
          <a:avLst/>
        </a:prstGeom>
        <a:solidFill>
          <a:schemeClr val="accent4">
            <a:hueOff val="179936"/>
            <a:satOff val="8690"/>
            <a:lumOff val="490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9E39F-A338-4BD1-A432-4EC44221D489}">
      <dsp:nvSpPr>
        <dsp:cNvPr id="0" name=""/>
        <dsp:cNvSpPr/>
      </dsp:nvSpPr>
      <dsp:spPr>
        <a:xfrm>
          <a:off x="23714" y="2693070"/>
          <a:ext cx="181284" cy="181284"/>
        </a:xfrm>
        <a:prstGeom prst="ellipse">
          <a:avLst/>
        </a:prstGeom>
        <a:solidFill>
          <a:schemeClr val="accent4">
            <a:hueOff val="199929"/>
            <a:satOff val="9656"/>
            <a:lumOff val="544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B98F9-4971-4763-BA4D-435D9793E79E}">
      <dsp:nvSpPr>
        <dsp:cNvPr id="0" name=""/>
        <dsp:cNvSpPr/>
      </dsp:nvSpPr>
      <dsp:spPr>
        <a:xfrm>
          <a:off x="175993" y="2921489"/>
          <a:ext cx="284876" cy="284876"/>
        </a:xfrm>
        <a:prstGeom prst="ellipse">
          <a:avLst/>
        </a:prstGeom>
        <a:solidFill>
          <a:schemeClr val="accent4">
            <a:hueOff val="219922"/>
            <a:satOff val="10621"/>
            <a:lumOff val="599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4BDE2-0BAF-4299-85C7-0A36C9A7CB91}">
      <dsp:nvSpPr>
        <dsp:cNvPr id="0" name=""/>
        <dsp:cNvSpPr/>
      </dsp:nvSpPr>
      <dsp:spPr>
        <a:xfrm>
          <a:off x="556691" y="3124528"/>
          <a:ext cx="414365" cy="414365"/>
        </a:xfrm>
        <a:prstGeom prst="ellipse">
          <a:avLst/>
        </a:prstGeom>
        <a:solidFill>
          <a:schemeClr val="accent4">
            <a:hueOff val="239915"/>
            <a:satOff val="11587"/>
            <a:lumOff val="653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B8020-1CE0-4669-9027-01ADFE21F6F5}">
      <dsp:nvSpPr>
        <dsp:cNvPr id="0" name=""/>
        <dsp:cNvSpPr/>
      </dsp:nvSpPr>
      <dsp:spPr>
        <a:xfrm>
          <a:off x="1089668" y="3454466"/>
          <a:ext cx="181284" cy="181284"/>
        </a:xfrm>
        <a:prstGeom prst="ellipse">
          <a:avLst/>
        </a:prstGeom>
        <a:solidFill>
          <a:schemeClr val="accent4">
            <a:hueOff val="259908"/>
            <a:satOff val="12552"/>
            <a:lumOff val="708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2BF3D-DDDB-4A41-A5A0-865D500DB9F6}">
      <dsp:nvSpPr>
        <dsp:cNvPr id="0" name=""/>
        <dsp:cNvSpPr/>
      </dsp:nvSpPr>
      <dsp:spPr>
        <a:xfrm>
          <a:off x="1191188" y="3124528"/>
          <a:ext cx="284876" cy="284876"/>
        </a:xfrm>
        <a:prstGeom prst="ellipse">
          <a:avLst/>
        </a:prstGeom>
        <a:solidFill>
          <a:schemeClr val="accent4">
            <a:hueOff val="279901"/>
            <a:satOff val="13518"/>
            <a:lumOff val="762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0B95B7-8620-4741-AFA3-38E9407835AB}">
      <dsp:nvSpPr>
        <dsp:cNvPr id="0" name=""/>
        <dsp:cNvSpPr/>
      </dsp:nvSpPr>
      <dsp:spPr>
        <a:xfrm>
          <a:off x="1444986" y="3479846"/>
          <a:ext cx="181284" cy="181284"/>
        </a:xfrm>
        <a:prstGeom prst="ellipse">
          <a:avLst/>
        </a:prstGeom>
        <a:solidFill>
          <a:schemeClr val="accent4">
            <a:hueOff val="299894"/>
            <a:satOff val="14483"/>
            <a:lumOff val="81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2B84D-976B-41E0-87B9-B4EAFB6F0EC2}">
      <dsp:nvSpPr>
        <dsp:cNvPr id="0" name=""/>
        <dsp:cNvSpPr/>
      </dsp:nvSpPr>
      <dsp:spPr>
        <a:xfrm>
          <a:off x="1673405" y="3073768"/>
          <a:ext cx="414365" cy="414365"/>
        </a:xfrm>
        <a:prstGeom prst="ellipse">
          <a:avLst/>
        </a:prstGeom>
        <a:solidFill>
          <a:schemeClr val="accent4">
            <a:hueOff val="319887"/>
            <a:satOff val="15449"/>
            <a:lumOff val="871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1FB26-782E-40BE-A24C-5F112458A32D}">
      <dsp:nvSpPr>
        <dsp:cNvPr id="0" name=""/>
        <dsp:cNvSpPr/>
      </dsp:nvSpPr>
      <dsp:spPr>
        <a:xfrm>
          <a:off x="2231762" y="2972249"/>
          <a:ext cx="284876" cy="284876"/>
        </a:xfrm>
        <a:prstGeom prst="ellipse">
          <a:avLst/>
        </a:prstGeom>
        <a:solidFill>
          <a:schemeClr val="accent4">
            <a:hueOff val="339880"/>
            <a:satOff val="16414"/>
            <a:lumOff val="925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5FC37-5607-4475-84DC-38C854E7D16E}">
      <dsp:nvSpPr>
        <dsp:cNvPr id="0" name=""/>
        <dsp:cNvSpPr/>
      </dsp:nvSpPr>
      <dsp:spPr>
        <a:xfrm>
          <a:off x="2516638" y="1778973"/>
          <a:ext cx="836640" cy="1597237"/>
        </a:xfrm>
        <a:prstGeom prst="chevron">
          <a:avLst>
            <a:gd name="adj" fmla="val 623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331EB-FBC3-4BEC-9DA4-99F249C1AE4F}">
      <dsp:nvSpPr>
        <dsp:cNvPr id="0" name=""/>
        <dsp:cNvSpPr/>
      </dsp:nvSpPr>
      <dsp:spPr>
        <a:xfrm>
          <a:off x="3353278" y="1779749"/>
          <a:ext cx="2281746" cy="1597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000" kern="1200" dirty="0" smtClean="0"/>
            <a:t>Обработка</a:t>
          </a:r>
          <a:endParaRPr lang="en-US" sz="2000" kern="1200" dirty="0"/>
        </a:p>
      </dsp:txBody>
      <dsp:txXfrm>
        <a:off x="3353278" y="1779749"/>
        <a:ext cx="2281746" cy="1597222"/>
      </dsp:txXfrm>
    </dsp:sp>
    <dsp:sp modelId="{56432260-A937-4D7D-93BD-2A1B3D234E11}">
      <dsp:nvSpPr>
        <dsp:cNvPr id="0" name=""/>
        <dsp:cNvSpPr/>
      </dsp:nvSpPr>
      <dsp:spPr>
        <a:xfrm>
          <a:off x="3353278" y="3794531"/>
          <a:ext cx="2281746" cy="1407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900" kern="1200" dirty="0" smtClean="0"/>
            <a:t>Предизвикателства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900" kern="1200" dirty="0" smtClean="0"/>
            <a:t>Решение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900" kern="1200" dirty="0" smtClean="0"/>
            <a:t>Краен резултат</a:t>
          </a:r>
          <a:endParaRPr lang="en-US" sz="1900" kern="1200" dirty="0"/>
        </a:p>
      </dsp:txBody>
      <dsp:txXfrm>
        <a:off x="3353278" y="3794531"/>
        <a:ext cx="2281746" cy="1407076"/>
      </dsp:txXfrm>
    </dsp:sp>
    <dsp:sp modelId="{AC8151D5-1356-46E2-A151-8A4B13705B37}">
      <dsp:nvSpPr>
        <dsp:cNvPr id="0" name=""/>
        <dsp:cNvSpPr/>
      </dsp:nvSpPr>
      <dsp:spPr>
        <a:xfrm>
          <a:off x="5635025" y="1778973"/>
          <a:ext cx="836640" cy="1597237"/>
        </a:xfrm>
        <a:prstGeom prst="chevron">
          <a:avLst>
            <a:gd name="adj" fmla="val 62310"/>
          </a:avLst>
        </a:prstGeom>
        <a:solidFill>
          <a:schemeClr val="accent4">
            <a:hueOff val="179936"/>
            <a:satOff val="8690"/>
            <a:lumOff val="49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80625-B66A-439F-B2D1-E08C8436B436}">
      <dsp:nvSpPr>
        <dsp:cNvPr id="0" name=""/>
        <dsp:cNvSpPr/>
      </dsp:nvSpPr>
      <dsp:spPr>
        <a:xfrm>
          <a:off x="6471665" y="1779749"/>
          <a:ext cx="2281746" cy="1597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000" kern="1200" dirty="0" smtClean="0"/>
            <a:t>Анализ</a:t>
          </a:r>
          <a:endParaRPr lang="en-US" sz="2000" kern="1200" dirty="0"/>
        </a:p>
      </dsp:txBody>
      <dsp:txXfrm>
        <a:off x="6471665" y="1779749"/>
        <a:ext cx="2281746" cy="1597222"/>
      </dsp:txXfrm>
    </dsp:sp>
    <dsp:sp modelId="{8D574321-AE13-4F2C-BC18-208612BD2068}">
      <dsp:nvSpPr>
        <dsp:cNvPr id="0" name=""/>
        <dsp:cNvSpPr/>
      </dsp:nvSpPr>
      <dsp:spPr>
        <a:xfrm>
          <a:off x="6471665" y="3794531"/>
          <a:ext cx="2281746" cy="1407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900" kern="1200" dirty="0" smtClean="0"/>
            <a:t>Избрани методи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900" kern="1200" dirty="0" smtClean="0"/>
            <a:t>Графики и сравнение</a:t>
          </a:r>
          <a:endParaRPr lang="en-US" sz="1900" kern="1200" dirty="0"/>
        </a:p>
      </dsp:txBody>
      <dsp:txXfrm>
        <a:off x="6471665" y="3794531"/>
        <a:ext cx="2281746" cy="1407076"/>
      </dsp:txXfrm>
    </dsp:sp>
    <dsp:sp modelId="{236D81FC-D4AC-44B8-B1D2-73CD8552FAB2}">
      <dsp:nvSpPr>
        <dsp:cNvPr id="0" name=""/>
        <dsp:cNvSpPr/>
      </dsp:nvSpPr>
      <dsp:spPr>
        <a:xfrm>
          <a:off x="8753412" y="1778973"/>
          <a:ext cx="836640" cy="1597237"/>
        </a:xfrm>
        <a:prstGeom prst="chevron">
          <a:avLst>
            <a:gd name="adj" fmla="val 62310"/>
          </a:avLst>
        </a:prstGeom>
        <a:solidFill>
          <a:schemeClr val="accent4">
            <a:hueOff val="359873"/>
            <a:satOff val="17380"/>
            <a:lumOff val="98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8DD0D2-AA0F-401B-B2E9-7B46D8EA38CD}">
      <dsp:nvSpPr>
        <dsp:cNvPr id="0" name=""/>
        <dsp:cNvSpPr/>
      </dsp:nvSpPr>
      <dsp:spPr>
        <a:xfrm>
          <a:off x="9761183" y="1665661"/>
          <a:ext cx="1939484" cy="1939484"/>
        </a:xfrm>
        <a:prstGeom prst="ellipse">
          <a:avLst/>
        </a:prstGeom>
        <a:solidFill>
          <a:schemeClr val="accent4">
            <a:hueOff val="359873"/>
            <a:satOff val="17380"/>
            <a:lumOff val="980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000" kern="1200" dirty="0" smtClean="0"/>
            <a:t>Заключения</a:t>
          </a:r>
          <a:endParaRPr lang="en-US" sz="2000" kern="1200" dirty="0"/>
        </a:p>
      </dsp:txBody>
      <dsp:txXfrm>
        <a:off x="10045214" y="1949692"/>
        <a:ext cx="1371422" cy="1371422"/>
      </dsp:txXfrm>
    </dsp:sp>
    <dsp:sp modelId="{B73E0BAC-D659-40D0-BDAE-99383B174E7E}">
      <dsp:nvSpPr>
        <dsp:cNvPr id="0" name=""/>
        <dsp:cNvSpPr/>
      </dsp:nvSpPr>
      <dsp:spPr>
        <a:xfrm>
          <a:off x="9590052" y="3794531"/>
          <a:ext cx="2281746" cy="1407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900" kern="1200" dirty="0" smtClean="0"/>
            <a:t>Изводи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900" kern="1200" dirty="0" smtClean="0"/>
            <a:t>Ограничения</a:t>
          </a:r>
          <a:endParaRPr lang="en-US" sz="1900" kern="1200" dirty="0"/>
        </a:p>
      </dsp:txBody>
      <dsp:txXfrm>
        <a:off x="9590052" y="3794531"/>
        <a:ext cx="2281746" cy="14070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9D24F0-8325-4FA1-A876-45122CA0694D}">
      <dsp:nvSpPr>
        <dsp:cNvPr id="0" name=""/>
        <dsp:cNvSpPr/>
      </dsp:nvSpPr>
      <dsp:spPr>
        <a:xfrm>
          <a:off x="0" y="729064"/>
          <a:ext cx="9720262" cy="791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3300" kern="1200" dirty="0" smtClean="0"/>
            <a:t>Ниска раждаемост в България и демографска криза</a:t>
          </a:r>
          <a:endParaRPr lang="en-US" sz="3300" kern="1200" dirty="0"/>
        </a:p>
      </dsp:txBody>
      <dsp:txXfrm>
        <a:off x="38638" y="767702"/>
        <a:ext cx="9642986" cy="714229"/>
      </dsp:txXfrm>
    </dsp:sp>
    <dsp:sp modelId="{5026FB98-62F5-460C-ADD5-3B8EA5012048}">
      <dsp:nvSpPr>
        <dsp:cNvPr id="0" name=""/>
        <dsp:cNvSpPr/>
      </dsp:nvSpPr>
      <dsp:spPr>
        <a:xfrm>
          <a:off x="0" y="1615609"/>
          <a:ext cx="9720262" cy="79150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3300" kern="1200" dirty="0" smtClean="0"/>
            <a:t>Промяна в семейните модели</a:t>
          </a:r>
          <a:endParaRPr lang="en-US" sz="3300" kern="1200" dirty="0"/>
        </a:p>
      </dsp:txBody>
      <dsp:txXfrm>
        <a:off x="38638" y="1654247"/>
        <a:ext cx="9642986" cy="714229"/>
      </dsp:txXfrm>
    </dsp:sp>
    <dsp:sp modelId="{4CC63229-48CA-4CA9-8085-F38B78999954}">
      <dsp:nvSpPr>
        <dsp:cNvPr id="0" name=""/>
        <dsp:cNvSpPr/>
      </dsp:nvSpPr>
      <dsp:spPr>
        <a:xfrm>
          <a:off x="0" y="2502155"/>
          <a:ext cx="9720262" cy="7915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3300" kern="1200" dirty="0" smtClean="0"/>
            <a:t>Нарастване на извънбрачни раждания</a:t>
          </a:r>
          <a:endParaRPr lang="en-US" sz="3300" kern="1200" dirty="0"/>
        </a:p>
      </dsp:txBody>
      <dsp:txXfrm>
        <a:off x="38638" y="2540793"/>
        <a:ext cx="9642986" cy="7142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5F7D5-6CEB-4363-8F36-440944C70C51}">
      <dsp:nvSpPr>
        <dsp:cNvPr id="0" name=""/>
        <dsp:cNvSpPr/>
      </dsp:nvSpPr>
      <dsp:spPr>
        <a:xfrm>
          <a:off x="0" y="36934"/>
          <a:ext cx="3037581" cy="1822549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Анализ на зависимостта между бракове и раждания (2010-2025)</a:t>
          </a:r>
          <a:endParaRPr lang="en-US" sz="2500" kern="1200" dirty="0"/>
        </a:p>
      </dsp:txBody>
      <dsp:txXfrm>
        <a:off x="0" y="36934"/>
        <a:ext cx="3037581" cy="1822549"/>
      </dsp:txXfrm>
    </dsp:sp>
    <dsp:sp modelId="{DBF0B5DB-64D2-4C90-88FD-EB8F0A46ACAA}">
      <dsp:nvSpPr>
        <dsp:cNvPr id="0" name=""/>
        <dsp:cNvSpPr/>
      </dsp:nvSpPr>
      <dsp:spPr>
        <a:xfrm>
          <a:off x="3341340" y="36934"/>
          <a:ext cx="3037581" cy="1822549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1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Анализ на времево закъснение</a:t>
          </a:r>
          <a:endParaRPr lang="en-US" sz="2500" kern="1200" dirty="0"/>
        </a:p>
      </dsp:txBody>
      <dsp:txXfrm>
        <a:off x="3341340" y="36934"/>
        <a:ext cx="3037581" cy="1822549"/>
      </dsp:txXfrm>
    </dsp:sp>
    <dsp:sp modelId="{4765355B-94E6-4C46-9AE4-2494BEAC5FD8}">
      <dsp:nvSpPr>
        <dsp:cNvPr id="0" name=""/>
        <dsp:cNvSpPr/>
      </dsp:nvSpPr>
      <dsp:spPr>
        <a:xfrm>
          <a:off x="6682680" y="36934"/>
          <a:ext cx="3037581" cy="1822549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500" kern="1200" dirty="0" smtClean="0"/>
            <a:t>Разграничаване на брачни и извънбрачни раждания</a:t>
          </a:r>
          <a:endParaRPr lang="en-US" sz="2500" kern="1200" dirty="0"/>
        </a:p>
      </dsp:txBody>
      <dsp:txXfrm>
        <a:off x="6682680" y="36934"/>
        <a:ext cx="3037581" cy="1822549"/>
      </dsp:txXfrm>
    </dsp:sp>
    <dsp:sp modelId="{B7B1F903-6335-45B1-9BC1-33EF8CDB8C7A}">
      <dsp:nvSpPr>
        <dsp:cNvPr id="0" name=""/>
        <dsp:cNvSpPr/>
      </dsp:nvSpPr>
      <dsp:spPr>
        <a:xfrm>
          <a:off x="1670670" y="2163241"/>
          <a:ext cx="3037581" cy="1822549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3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Сравнение между национално ниво, градове и села</a:t>
          </a:r>
          <a:endParaRPr lang="en-US" sz="2500" kern="1200" dirty="0"/>
        </a:p>
      </dsp:txBody>
      <dsp:txXfrm>
        <a:off x="1670670" y="2163241"/>
        <a:ext cx="3037581" cy="1822549"/>
      </dsp:txXfrm>
    </dsp:sp>
    <dsp:sp modelId="{89324C94-6643-4AF7-B747-0ECDCB7E8566}">
      <dsp:nvSpPr>
        <dsp:cNvPr id="0" name=""/>
        <dsp:cNvSpPr/>
      </dsp:nvSpPr>
      <dsp:spPr>
        <a:xfrm>
          <a:off x="5012010" y="2163241"/>
          <a:ext cx="3037581" cy="1822549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Групиране на областите със сходни профили</a:t>
          </a:r>
          <a:endParaRPr lang="en-US" sz="2500" kern="1200" dirty="0"/>
        </a:p>
      </dsp:txBody>
      <dsp:txXfrm>
        <a:off x="5012010" y="2163241"/>
        <a:ext cx="3037581" cy="18225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D5F5B-8BAC-4F76-9147-605C66D0EFC1}">
      <dsp:nvSpPr>
        <dsp:cNvPr id="0" name=""/>
        <dsp:cNvSpPr/>
      </dsp:nvSpPr>
      <dsp:spPr>
        <a:xfrm rot="16200000">
          <a:off x="333389" y="-328524"/>
          <a:ext cx="4022725" cy="4679774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0" tIns="0" rIns="199587" bIns="0" numCol="1" spcCol="1270" anchor="t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3100" kern="1200" dirty="0" smtClean="0"/>
            <a:t>Формат</a:t>
          </a:r>
          <a:endParaRPr lang="en-US" sz="31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2400" kern="1200" dirty="0" smtClean="0"/>
            <a:t>Различни структури на входните данни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2400" kern="1200" dirty="0" smtClean="0"/>
            <a:t>Включени общини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2400" kern="1200" dirty="0" smtClean="0"/>
            <a:t>Областите имат общини със същото име</a:t>
          </a:r>
          <a:endParaRPr lang="en-US" sz="2400" kern="1200" dirty="0"/>
        </a:p>
      </dsp:txBody>
      <dsp:txXfrm rot="5400000">
        <a:off x="4865" y="804545"/>
        <a:ext cx="4679774" cy="2413635"/>
      </dsp:txXfrm>
    </dsp:sp>
    <dsp:sp modelId="{22B6066A-2A58-457D-8D74-5C31904321C0}">
      <dsp:nvSpPr>
        <dsp:cNvPr id="0" name=""/>
        <dsp:cNvSpPr/>
      </dsp:nvSpPr>
      <dsp:spPr>
        <a:xfrm rot="16200000">
          <a:off x="5364147" y="-328524"/>
          <a:ext cx="4022725" cy="4679774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0" tIns="0" rIns="199587" bIns="0" numCol="1" spcCol="1270" anchor="t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3100" kern="1200" dirty="0" smtClean="0"/>
            <a:t>Метрики</a:t>
          </a:r>
          <a:endParaRPr lang="en-US" sz="31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2400" kern="1200" dirty="0" smtClean="0"/>
            <a:t>Стойностите отговарят на няколко фактора (година + местоположение +/- брачни/извънбрачни)</a:t>
          </a:r>
          <a:endParaRPr lang="en-US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2400" kern="1200" dirty="0" smtClean="0"/>
            <a:t>Различни мащаби</a:t>
          </a:r>
          <a:endParaRPr lang="en-US" sz="2400" kern="1200" dirty="0"/>
        </a:p>
      </dsp:txBody>
      <dsp:txXfrm rot="5400000">
        <a:off x="5035623" y="804545"/>
        <a:ext cx="4679774" cy="24136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521D7-F83D-4911-89F4-8554FB04D6B0}">
      <dsp:nvSpPr>
        <dsp:cNvPr id="0" name=""/>
        <dsp:cNvSpPr/>
      </dsp:nvSpPr>
      <dsp:spPr>
        <a:xfrm rot="16200000">
          <a:off x="333389" y="-328524"/>
          <a:ext cx="4022725" cy="4679774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09690" bIns="0" numCol="1" spcCol="1270" anchor="t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3300" kern="1200" dirty="0" smtClean="0"/>
            <a:t>Формат</a:t>
          </a:r>
          <a:endParaRPr lang="en-US" sz="33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2600" kern="1200" dirty="0" smtClean="0"/>
            <a:t>Динамично намиране на начални редове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2600" kern="1200" dirty="0" smtClean="0"/>
            <a:t>Филтриране на общините</a:t>
          </a:r>
          <a:endParaRPr lang="en-US" sz="2600" kern="1200" dirty="0"/>
        </a:p>
      </dsp:txBody>
      <dsp:txXfrm rot="5400000">
        <a:off x="4865" y="804545"/>
        <a:ext cx="4679774" cy="2413635"/>
      </dsp:txXfrm>
    </dsp:sp>
    <dsp:sp modelId="{B4F95BE4-0CBE-4D29-954A-36099EE25ABB}">
      <dsp:nvSpPr>
        <dsp:cNvPr id="0" name=""/>
        <dsp:cNvSpPr/>
      </dsp:nvSpPr>
      <dsp:spPr>
        <a:xfrm rot="16200000">
          <a:off x="5364147" y="-328524"/>
          <a:ext cx="4022725" cy="4679774"/>
        </a:xfrm>
        <a:prstGeom prst="flowChartManualOperati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09690" bIns="0" numCol="1" spcCol="1270" anchor="t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3300" kern="1200" dirty="0" smtClean="0"/>
            <a:t>Метрики</a:t>
          </a:r>
          <a:endParaRPr lang="en-US" sz="3300" kern="1200" dirty="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2600" kern="1200" dirty="0" smtClean="0"/>
            <a:t>Уеднаквяване на метриките</a:t>
          </a:r>
          <a:endParaRPr lang="en-US" sz="2600" kern="1200" dirty="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2600" kern="1200" dirty="0" smtClean="0"/>
            <a:t>Нормализиране (на 1000 души)</a:t>
          </a:r>
          <a:endParaRPr lang="en-US" sz="2600" kern="1200" dirty="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2600" kern="1200" dirty="0" smtClean="0"/>
            <a:t>Три файла за раждаемост</a:t>
          </a:r>
          <a:endParaRPr lang="en-US" sz="2600" kern="1200" dirty="0"/>
        </a:p>
      </dsp:txBody>
      <dsp:txXfrm rot="5400000">
        <a:off x="5035623" y="804545"/>
        <a:ext cx="4679774" cy="24136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7E5AA-599C-4A4B-8264-3F97DD635E57}">
      <dsp:nvSpPr>
        <dsp:cNvPr id="0" name=""/>
        <dsp:cNvSpPr/>
      </dsp:nvSpPr>
      <dsp:spPr>
        <a:xfrm rot="5400000">
          <a:off x="7000240" y="-2964252"/>
          <a:ext cx="841127" cy="6984286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500" kern="1200" dirty="0" smtClean="0"/>
            <a:t>Стойностите са във вид „Х на 1000 човека“</a:t>
          </a:r>
          <a:endParaRPr lang="en-US" sz="1500" kern="1200" dirty="0"/>
        </a:p>
      </dsp:txBody>
      <dsp:txXfrm rot="-5400000">
        <a:off x="3928661" y="148387"/>
        <a:ext cx="6943226" cy="759007"/>
      </dsp:txXfrm>
    </dsp:sp>
    <dsp:sp modelId="{35C427E9-8B21-4B20-A6B0-B3C49673426C}">
      <dsp:nvSpPr>
        <dsp:cNvPr id="0" name=""/>
        <dsp:cNvSpPr/>
      </dsp:nvSpPr>
      <dsp:spPr>
        <a:xfrm>
          <a:off x="0" y="2185"/>
          <a:ext cx="3928661" cy="1051409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900" kern="1200" dirty="0" smtClean="0"/>
            <a:t>Нормализиране</a:t>
          </a:r>
          <a:endParaRPr lang="en-US" sz="2900" kern="1200" dirty="0"/>
        </a:p>
      </dsp:txBody>
      <dsp:txXfrm>
        <a:off x="51326" y="53511"/>
        <a:ext cx="3826009" cy="948757"/>
      </dsp:txXfrm>
    </dsp:sp>
    <dsp:sp modelId="{A65D0049-EE16-447F-AD99-180ABE76C08C}">
      <dsp:nvSpPr>
        <dsp:cNvPr id="0" name=""/>
        <dsp:cNvSpPr/>
      </dsp:nvSpPr>
      <dsp:spPr>
        <a:xfrm rot="5400000">
          <a:off x="7000240" y="-1860272"/>
          <a:ext cx="841127" cy="6984286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500" kern="1200" dirty="0" smtClean="0"/>
            <a:t>Бракове &lt;-&gt; раждания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500" kern="1200" dirty="0" smtClean="0"/>
            <a:t>Бракове &lt;-&gt; брачни раждания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500" kern="1200" dirty="0" smtClean="0"/>
            <a:t>Бракове &lt;-&gt; извънбрачни раждания</a:t>
          </a:r>
          <a:endParaRPr lang="en-US" sz="1500" kern="1200" dirty="0"/>
        </a:p>
      </dsp:txBody>
      <dsp:txXfrm rot="-5400000">
        <a:off x="3928661" y="1252367"/>
        <a:ext cx="6943226" cy="759007"/>
      </dsp:txXfrm>
    </dsp:sp>
    <dsp:sp modelId="{4ED73D10-6D16-4126-8865-DA7E978F0D61}">
      <dsp:nvSpPr>
        <dsp:cNvPr id="0" name=""/>
        <dsp:cNvSpPr/>
      </dsp:nvSpPr>
      <dsp:spPr>
        <a:xfrm>
          <a:off x="0" y="1106166"/>
          <a:ext cx="3928661" cy="1051409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900" kern="1200" dirty="0" err="1" smtClean="0"/>
            <a:t>Корелационен</a:t>
          </a:r>
          <a:r>
            <a:rPr lang="bg-BG" sz="2900" kern="1200" dirty="0" smtClean="0"/>
            <a:t> анализ</a:t>
          </a:r>
          <a:endParaRPr lang="en-US" sz="2900" kern="1200" dirty="0"/>
        </a:p>
      </dsp:txBody>
      <dsp:txXfrm>
        <a:off x="51326" y="1157492"/>
        <a:ext cx="3826009" cy="948757"/>
      </dsp:txXfrm>
    </dsp:sp>
    <dsp:sp modelId="{8A133A36-79F7-4BC7-945B-922FE7617651}">
      <dsp:nvSpPr>
        <dsp:cNvPr id="0" name=""/>
        <dsp:cNvSpPr/>
      </dsp:nvSpPr>
      <dsp:spPr>
        <a:xfrm rot="5400000">
          <a:off x="7000240" y="-756291"/>
          <a:ext cx="841127" cy="6984286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500" kern="1200" dirty="0" smtClean="0"/>
            <a:t>До 5 години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500" kern="1200" dirty="0" smtClean="0"/>
            <a:t>За България и области – общо, градове, села</a:t>
          </a:r>
          <a:endParaRPr lang="en-US" sz="1500" kern="1200" dirty="0"/>
        </a:p>
      </dsp:txBody>
      <dsp:txXfrm rot="-5400000">
        <a:off x="3928661" y="2356348"/>
        <a:ext cx="6943226" cy="759007"/>
      </dsp:txXfrm>
    </dsp:sp>
    <dsp:sp modelId="{704BFB65-ED1F-421E-A4EE-FDBC5B87ABD0}">
      <dsp:nvSpPr>
        <dsp:cNvPr id="0" name=""/>
        <dsp:cNvSpPr/>
      </dsp:nvSpPr>
      <dsp:spPr>
        <a:xfrm>
          <a:off x="0" y="2210146"/>
          <a:ext cx="3928661" cy="1051409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900" kern="1200" dirty="0" smtClean="0"/>
            <a:t>Изместване във времето</a:t>
          </a:r>
          <a:endParaRPr lang="en-US" sz="2900" kern="1200" dirty="0"/>
        </a:p>
      </dsp:txBody>
      <dsp:txXfrm>
        <a:off x="51326" y="2261472"/>
        <a:ext cx="3826009" cy="948757"/>
      </dsp:txXfrm>
    </dsp:sp>
    <dsp:sp modelId="{AF00AB8B-9787-45A1-BD6C-76A919FEF083}">
      <dsp:nvSpPr>
        <dsp:cNvPr id="0" name=""/>
        <dsp:cNvSpPr/>
      </dsp:nvSpPr>
      <dsp:spPr>
        <a:xfrm rot="5400000">
          <a:off x="7000240" y="347688"/>
          <a:ext cx="841127" cy="6984286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500" kern="1200" dirty="0" smtClean="0"/>
            <a:t>Динамичен брой клъстери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bg-BG" sz="1500" kern="1200" dirty="0" smtClean="0"/>
            <a:t>Метрики: най-силни корелации и съответно изместване; дял на извънбрачни деца</a:t>
          </a:r>
          <a:endParaRPr lang="en-US" sz="1500" kern="1200" dirty="0"/>
        </a:p>
      </dsp:txBody>
      <dsp:txXfrm rot="-5400000">
        <a:off x="3928661" y="3460327"/>
        <a:ext cx="6943226" cy="759007"/>
      </dsp:txXfrm>
    </dsp:sp>
    <dsp:sp modelId="{F0CA1884-81DE-460A-BB3E-1E23FCE8D731}">
      <dsp:nvSpPr>
        <dsp:cNvPr id="0" name=""/>
        <dsp:cNvSpPr/>
      </dsp:nvSpPr>
      <dsp:spPr>
        <a:xfrm>
          <a:off x="0" y="3314127"/>
          <a:ext cx="3928661" cy="1051409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900" kern="1200" dirty="0" smtClean="0"/>
            <a:t>Йерархично </a:t>
          </a:r>
          <a:r>
            <a:rPr lang="bg-BG" sz="2900" kern="1200" dirty="0" err="1" smtClean="0"/>
            <a:t>клъстериране</a:t>
          </a:r>
          <a:endParaRPr lang="en-US" sz="2900" kern="1200" dirty="0"/>
        </a:p>
      </dsp:txBody>
      <dsp:txXfrm>
        <a:off x="51326" y="3365453"/>
        <a:ext cx="3826009" cy="9487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A4F8D-EAFB-4A5F-B395-80EBAFDE6F5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17B71-77B1-42A5-88DD-6D5B7F3C3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38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0B9ED-D482-417E-8776-04320C7788C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B899B-1D59-467E-88A3-0B7C22B0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59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6B899B-1D59-467E-88A3-0B7C22B034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29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връзка между бракове и раждания в България</a:t>
            </a:r>
            <a:r>
              <a:rPr lang="en-US" dirty="0" smtClean="0"/>
              <a:t> </a:t>
            </a:r>
            <a:r>
              <a:rPr lang="bg-BG" dirty="0" smtClean="0"/>
              <a:t>(2010-2025)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/>
              <a:t>Анализ по тип раждания, местоживеене и области</a:t>
            </a:r>
          </a:p>
          <a:p>
            <a:endParaRPr lang="en-US" dirty="0" smtClean="0"/>
          </a:p>
          <a:p>
            <a:r>
              <a:rPr lang="bg-BG" dirty="0" smtClean="0"/>
              <a:t>Стефани Арабаджиева</a:t>
            </a:r>
            <a:r>
              <a:rPr lang="bg-BG" dirty="0"/>
              <a:t>,</a:t>
            </a:r>
            <a:r>
              <a:rPr lang="en-US" dirty="0" smtClean="0"/>
              <a:t> </a:t>
            </a:r>
            <a:r>
              <a:rPr lang="bg-BG" dirty="0" smtClean="0"/>
              <a:t>НБУ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900597818"/>
              </p:ext>
            </p:extLst>
          </p:nvPr>
        </p:nvGraphicFramePr>
        <p:xfrm>
          <a:off x="83127" y="116378"/>
          <a:ext cx="11895513" cy="6600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583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Идея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Мотивация</a:t>
            </a:r>
          </a:p>
          <a:p>
            <a:r>
              <a:rPr lang="bg-BG" dirty="0" smtClean="0"/>
              <a:t>Цел</a:t>
            </a:r>
          </a:p>
          <a:p>
            <a:r>
              <a:rPr lang="bg-BG" dirty="0" smtClean="0"/>
              <a:t>Данни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Мотивация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8144401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Цел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4442752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915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данни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43740" y="2712652"/>
            <a:ext cx="6268151" cy="260894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r="26320"/>
          <a:stretch/>
        </p:blipFill>
        <p:spPr>
          <a:xfrm>
            <a:off x="783413" y="1976493"/>
            <a:ext cx="4478543" cy="22901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r="22519"/>
          <a:stretch/>
        </p:blipFill>
        <p:spPr>
          <a:xfrm>
            <a:off x="783413" y="4512628"/>
            <a:ext cx="4719612" cy="20831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43740" y="5386648"/>
            <a:ext cx="6268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bg-BG" dirty="0" smtClean="0"/>
              <a:t>Национален статистически институт (НСИ)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bg-BG" dirty="0" smtClean="0"/>
              <a:t>Бракове и население по местоживеене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bg-BG" dirty="0" smtClean="0"/>
              <a:t>Раждания по брачен статус и местоживеене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bg-BG" dirty="0" smtClean="0"/>
              <a:t>Период: 2010-2025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Обработка на данни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Предизвикателства</a:t>
            </a:r>
          </a:p>
          <a:p>
            <a:r>
              <a:rPr lang="bg-BG" dirty="0" smtClean="0"/>
              <a:t>Обработка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предизвикателства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3518006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Решение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621294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297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Краен резултат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3980" y="822325"/>
            <a:ext cx="4360528" cy="5184775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bg-BG" dirty="0" smtClean="0"/>
              <a:t>Данните са обработени и </a:t>
            </a:r>
            <a:r>
              <a:rPr lang="bg-BG" dirty="0" smtClean="0"/>
              <a:t>подредени.</a:t>
            </a:r>
          </a:p>
          <a:p>
            <a:r>
              <a:rPr lang="bg-BG" dirty="0" smtClean="0"/>
              <a:t>Създадени </a:t>
            </a:r>
            <a:r>
              <a:rPr lang="bg-BG" dirty="0" smtClean="0"/>
              <a:t>а уеднаквени </a:t>
            </a:r>
            <a:r>
              <a:rPr lang="en-US" dirty="0" smtClean="0"/>
              <a:t>csv </a:t>
            </a:r>
            <a:r>
              <a:rPr lang="bg-BG" dirty="0" smtClean="0"/>
              <a:t>файлове, които да анализираме.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63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Краен резултат (примери)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Бракове и население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23938" y="3445874"/>
            <a:ext cx="4754562" cy="2384015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bg-BG" dirty="0" smtClean="0"/>
              <a:t>Раждаемост: брачни/извънбрачни/всички</a:t>
            </a: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991225" y="3145722"/>
            <a:ext cx="4754563" cy="29843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Анализ на данни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Методи</a:t>
            </a:r>
          </a:p>
          <a:p>
            <a:r>
              <a:rPr lang="bg-BG" dirty="0" smtClean="0"/>
              <a:t>Графики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Използвани методи</a:t>
            </a: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6731626"/>
              </p:ext>
            </p:extLst>
          </p:nvPr>
        </p:nvGraphicFramePr>
        <p:xfrm>
          <a:off x="1024128" y="2084832"/>
          <a:ext cx="10912948" cy="4367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080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GB" dirty="0" smtClean="0"/>
              <a:t>Национални тенденции</a:t>
            </a:r>
            <a:endParaRPr lang="bg-BG" altLang="en-GB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92" y="1867392"/>
            <a:ext cx="9981216" cy="499060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Национални тенденции</a:t>
            </a:r>
            <a:endParaRPr lang="bg-BG" alt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4151"/>
            <a:ext cx="6096000" cy="3048000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84151"/>
            <a:ext cx="6096000" cy="304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корелация </a:t>
            </a:r>
            <a:r>
              <a:rPr lang="bg-BG" altLang="en-US" dirty="0" smtClean="0"/>
              <a:t>с изместване във времето</a:t>
            </a:r>
            <a:endParaRPr lang="bg-BG" alt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645" y="2155370"/>
            <a:ext cx="12191999" cy="4354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Корелация </a:t>
            </a:r>
            <a:r>
              <a:rPr lang="bg-BG" altLang="en-US" dirty="0"/>
              <a:t>с изместване във времето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579" y="2075532"/>
            <a:ext cx="6704071" cy="2394310"/>
          </a:xfrm>
          <a:prstGeom prst="rect">
            <a:avLst/>
          </a:prstGeom>
        </p:spPr>
      </p:pic>
      <p:pic>
        <p:nvPicPr>
          <p:cNvPr id="3" name="Content Placeholder 2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579" y="4469842"/>
            <a:ext cx="6686842" cy="23881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областен анализ на </a:t>
            </a:r>
            <a:r>
              <a:rPr lang="bg-BG" altLang="en-US" dirty="0" smtClean="0"/>
              <a:t>Корелация </a:t>
            </a:r>
            <a:r>
              <a:rPr lang="bg-BG" altLang="en-US" dirty="0" smtClean="0"/>
              <a:t>през годините</a:t>
            </a:r>
            <a:endParaRPr lang="bg-BG" alt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963" y="2007777"/>
            <a:ext cx="8892073" cy="485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8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областен </a:t>
            </a:r>
            <a:r>
              <a:rPr lang="bg-BG" altLang="en-US" dirty="0"/>
              <a:t>анализ на </a:t>
            </a:r>
            <a:r>
              <a:rPr lang="bg-BG" altLang="en-US" dirty="0" smtClean="0"/>
              <a:t>корелация </a:t>
            </a:r>
            <a:r>
              <a:rPr lang="bg-BG" altLang="en-US" dirty="0"/>
              <a:t>през годините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3247"/>
            <a:ext cx="6096000" cy="3325090"/>
          </a:xfrm>
          <a:prstGeom prst="rect">
            <a:avLst/>
          </a:prstGeom>
        </p:spPr>
      </p:pic>
      <p:pic>
        <p:nvPicPr>
          <p:cNvPr id="3" name="Content Placeholder 2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2703247"/>
            <a:ext cx="6096000" cy="332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Дял на извънбрачни деца</a:t>
            </a:r>
            <a:endParaRPr lang="bg-BG" alt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59" y="1930658"/>
            <a:ext cx="9854682" cy="49273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/>
              <a:t>Дял на извънбрачни деца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2630"/>
            <a:ext cx="6096620" cy="3048310"/>
          </a:xfrm>
          <a:prstGeom prst="rect">
            <a:avLst/>
          </a:prstGeom>
        </p:spPr>
      </p:pic>
      <p:pic>
        <p:nvPicPr>
          <p:cNvPr id="3" name="Content Placeholder 2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620" y="2699967"/>
            <a:ext cx="6095380" cy="3047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Групиране на области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03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err="1" smtClean="0"/>
              <a:t>Дендрограма</a:t>
            </a:r>
            <a:endParaRPr lang="bg-BG" alt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804" y="1961804"/>
            <a:ext cx="9792392" cy="489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85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Точкова диаграма</a:t>
            </a:r>
            <a:endParaRPr lang="bg-BG" alt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897" y="1931436"/>
            <a:ext cx="6158205" cy="4926564"/>
          </a:xfrm>
        </p:spPr>
      </p:pic>
    </p:spTree>
    <p:extLst>
      <p:ext uri="{BB962C8B-B14F-4D97-AF65-F5344CB8AC3E}">
        <p14:creationId xmlns:p14="http://schemas.microsoft.com/office/powerpoint/2010/main" val="422016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/>
              <a:t>Профили на </a:t>
            </a:r>
            <a:r>
              <a:rPr lang="bg-BG" altLang="en-US" dirty="0" smtClean="0"/>
              <a:t>клъстери</a:t>
            </a:r>
            <a:endParaRPr lang="bg-BG" alt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35"/>
          <a:stretch/>
        </p:blipFill>
        <p:spPr>
          <a:xfrm>
            <a:off x="2049461" y="1839809"/>
            <a:ext cx="8093078" cy="3304590"/>
          </a:xfr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" t="13667" r="10660" b="1239"/>
          <a:stretch/>
        </p:blipFill>
        <p:spPr>
          <a:xfrm>
            <a:off x="2049460" y="4899376"/>
            <a:ext cx="8093079" cy="195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8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Характеристики на области</a:t>
            </a:r>
            <a:endParaRPr lang="bg-BG" alt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491" y="1620983"/>
            <a:ext cx="5237017" cy="523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8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Групиране на области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Градове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12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err="1" smtClean="0"/>
              <a:t>Дендрограма</a:t>
            </a:r>
            <a:endParaRPr lang="bg-BG" alt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804" y="1961804"/>
            <a:ext cx="9792392" cy="489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5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Точкова диаграма</a:t>
            </a:r>
            <a:endParaRPr lang="bg-BG" alt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897" y="1931436"/>
            <a:ext cx="6158205" cy="4926564"/>
          </a:xfrm>
        </p:spPr>
      </p:pic>
    </p:spTree>
    <p:extLst>
      <p:ext uri="{BB962C8B-B14F-4D97-AF65-F5344CB8AC3E}">
        <p14:creationId xmlns:p14="http://schemas.microsoft.com/office/powerpoint/2010/main" val="67235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/>
              <a:t>Профили на </a:t>
            </a:r>
            <a:r>
              <a:rPr lang="bg-BG" altLang="en-US" dirty="0" smtClean="0"/>
              <a:t>клъстери</a:t>
            </a:r>
            <a:endParaRPr lang="bg-BG" alt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4"/>
          <a:stretch/>
        </p:blipFill>
        <p:spPr>
          <a:xfrm>
            <a:off x="2292319" y="1977669"/>
            <a:ext cx="7607362" cy="3137101"/>
          </a:xfr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" t="12679" r="13199" b="4471"/>
          <a:stretch/>
        </p:blipFill>
        <p:spPr>
          <a:xfrm>
            <a:off x="2291938" y="5007607"/>
            <a:ext cx="7607743" cy="185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0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Характеристики на области</a:t>
            </a:r>
            <a:endParaRPr lang="bg-BG" alt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491" y="1620983"/>
            <a:ext cx="5237017" cy="523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9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Групиране на области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Села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42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err="1" smtClean="0"/>
              <a:t>Дендрограма</a:t>
            </a:r>
            <a:endParaRPr lang="bg-BG" alt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804" y="1961804"/>
            <a:ext cx="9792392" cy="489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99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Точкова диаграма</a:t>
            </a:r>
            <a:endParaRPr lang="bg-BG" alt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897" y="1931436"/>
            <a:ext cx="6158205" cy="4926564"/>
          </a:xfrm>
        </p:spPr>
      </p:pic>
    </p:spTree>
    <p:extLst>
      <p:ext uri="{BB962C8B-B14F-4D97-AF65-F5344CB8AC3E}">
        <p14:creationId xmlns:p14="http://schemas.microsoft.com/office/powerpoint/2010/main" val="79930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/>
              <a:t>Профили на </a:t>
            </a:r>
            <a:r>
              <a:rPr lang="bg-BG" altLang="en-US" dirty="0" smtClean="0"/>
              <a:t>клъстери</a:t>
            </a:r>
            <a:endParaRPr lang="bg-BG" alt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86"/>
          <a:stretch/>
        </p:blipFill>
        <p:spPr>
          <a:xfrm>
            <a:off x="1868012" y="1902667"/>
            <a:ext cx="8455975" cy="3395637"/>
          </a:xfr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6" t="13532" r="16226" b="20108"/>
          <a:stretch/>
        </p:blipFill>
        <p:spPr>
          <a:xfrm>
            <a:off x="1868013" y="5160606"/>
            <a:ext cx="8455974" cy="16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 smtClean="0"/>
              <a:t>Характеристики на области</a:t>
            </a:r>
            <a:endParaRPr lang="bg-BG" alt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491" y="1620983"/>
            <a:ext cx="5237017" cy="523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7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Заключение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Изводи</a:t>
            </a:r>
          </a:p>
          <a:p>
            <a:r>
              <a:rPr lang="bg-BG" dirty="0" smtClean="0"/>
              <a:t>Ограничения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Основни изводи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Наблюдава се зависимост между бракове и раждания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Връзката </a:t>
            </a:r>
            <a:r>
              <a:rPr lang="ru-RU" dirty="0"/>
              <a:t>е различна за градове и села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Извънбрачните </a:t>
            </a:r>
            <a:r>
              <a:rPr lang="ru-RU" dirty="0"/>
              <a:t>раждания имат различен модел</a:t>
            </a:r>
            <a:r>
              <a:rPr lang="ru-RU" dirty="0" smtClean="0"/>
              <a:t>.</a:t>
            </a:r>
          </a:p>
          <a:p>
            <a:r>
              <a:rPr lang="ru-RU" dirty="0" smtClean="0"/>
              <a:t>Областите </a:t>
            </a:r>
            <a:r>
              <a:rPr lang="ru-RU" dirty="0"/>
              <a:t>могат да бъдат групирани в сходни демографски профили.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4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ограничения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Корелацията не доказва </a:t>
            </a:r>
            <a:r>
              <a:rPr lang="ru-RU" dirty="0" smtClean="0"/>
              <a:t>следствие и взаимовръзка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Корелацията е пресметната с коефициент на Пиърсън, който е чувствителен към отклонения.</a:t>
            </a:r>
            <a:endParaRPr lang="ru-RU" dirty="0" smtClean="0"/>
          </a:p>
          <a:p>
            <a:r>
              <a:rPr lang="ru-RU" dirty="0" smtClean="0"/>
              <a:t>Липса на информация за индивидуално поведение и възрастови групи.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448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7354" y="2826327"/>
            <a:ext cx="386541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5400" dirty="0" smtClean="0">
                <a:latin typeface="+mj-lt"/>
              </a:rPr>
              <a:t>БЛАГОДАРЯ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7807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948</TotalTime>
  <Words>411</Words>
  <Application>Microsoft Office PowerPoint</Application>
  <PresentationFormat>Widescreen</PresentationFormat>
  <Paragraphs>117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Calibri</vt:lpstr>
      <vt:lpstr>Tw Cen MT</vt:lpstr>
      <vt:lpstr>Tw Cen MT Condensed</vt:lpstr>
      <vt:lpstr>Wingdings</vt:lpstr>
      <vt:lpstr>Wingdings 3</vt:lpstr>
      <vt:lpstr>Integral</vt:lpstr>
      <vt:lpstr>връзка между бракове и раждания в България (2010-2025)</vt:lpstr>
      <vt:lpstr>PowerPoint Presentation</vt:lpstr>
      <vt:lpstr>Идея</vt:lpstr>
      <vt:lpstr>Мотивация</vt:lpstr>
      <vt:lpstr>Цел</vt:lpstr>
      <vt:lpstr>данни</vt:lpstr>
      <vt:lpstr>Обработка на данни</vt:lpstr>
      <vt:lpstr>предизвикателства</vt:lpstr>
      <vt:lpstr>Решение</vt:lpstr>
      <vt:lpstr>Краен резултат</vt:lpstr>
      <vt:lpstr>Краен резултат (примери)</vt:lpstr>
      <vt:lpstr>Анализ на данни</vt:lpstr>
      <vt:lpstr>Използвани методи</vt:lpstr>
      <vt:lpstr>Национални тенденции</vt:lpstr>
      <vt:lpstr>Национални тенденции</vt:lpstr>
      <vt:lpstr>корелация с изместване във времето</vt:lpstr>
      <vt:lpstr>Корелация с изместване във времето</vt:lpstr>
      <vt:lpstr>областен анализ на Корелация през годините</vt:lpstr>
      <vt:lpstr>областен анализ на корелация през годините</vt:lpstr>
      <vt:lpstr>Дял на извънбрачни деца</vt:lpstr>
      <vt:lpstr>Дял на извънбрачни деца</vt:lpstr>
      <vt:lpstr>Групиране на области</vt:lpstr>
      <vt:lpstr>Дендрограма</vt:lpstr>
      <vt:lpstr>Точкова диаграма</vt:lpstr>
      <vt:lpstr>Профили на клъстери</vt:lpstr>
      <vt:lpstr>Характеристики на области</vt:lpstr>
      <vt:lpstr>Групиране на области</vt:lpstr>
      <vt:lpstr>Дендрограма</vt:lpstr>
      <vt:lpstr>Точкова диаграма</vt:lpstr>
      <vt:lpstr>Профили на клъстери</vt:lpstr>
      <vt:lpstr>Характеристики на области</vt:lpstr>
      <vt:lpstr>Групиране на области</vt:lpstr>
      <vt:lpstr>Дендрограма</vt:lpstr>
      <vt:lpstr>Точкова диаграма</vt:lpstr>
      <vt:lpstr>Профили на клъстери</vt:lpstr>
      <vt:lpstr>Характеристики на области</vt:lpstr>
      <vt:lpstr>Заключение</vt:lpstr>
      <vt:lpstr>Основни изводи</vt:lpstr>
      <vt:lpstr>ограничения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на корелацията между бракове и раждане</dc:title>
  <dc:creator>Stefani Arabadjieva</dc:creator>
  <cp:lastModifiedBy>Stefani Arabadjieva</cp:lastModifiedBy>
  <cp:revision>182</cp:revision>
  <dcterms:created xsi:type="dcterms:W3CDTF">2026-06-11T17:56:00Z</dcterms:created>
  <dcterms:modified xsi:type="dcterms:W3CDTF">2026-06-18T18:57:30Z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D8468120E0074BC5A66CF84C746C85B7_12</vt:lpwstr>
  </property>
  <property fmtid="{D5CDD505-2E9C-101B-9397-08002B2CF9AE}" pid="3" name="KSOProductBuildVer">
    <vt:lpwstr>2057-12.2.0.23202</vt:lpwstr>
  </property>
</Properties>
</file>