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4"/>
  </p:notesMasterIdLst>
  <p:handoutMasterIdLst>
    <p:handoutMasterId r:id="rId35"/>
  </p:handoutMasterIdLst>
  <p:sldIdLst>
    <p:sldId id="256" r:id="rId2"/>
    <p:sldId id="259" r:id="rId3"/>
    <p:sldId id="263" r:id="rId4"/>
    <p:sldId id="288" r:id="rId5"/>
    <p:sldId id="261" r:id="rId6"/>
    <p:sldId id="257" r:id="rId7"/>
    <p:sldId id="262" r:id="rId8"/>
    <p:sldId id="294" r:id="rId9"/>
    <p:sldId id="295" r:id="rId10"/>
    <p:sldId id="265" r:id="rId11"/>
    <p:sldId id="258" r:id="rId12"/>
    <p:sldId id="289" r:id="rId13"/>
    <p:sldId id="272" r:id="rId14"/>
    <p:sldId id="270" r:id="rId15"/>
    <p:sldId id="271" r:id="rId16"/>
    <p:sldId id="273" r:id="rId17"/>
    <p:sldId id="276" r:id="rId18"/>
    <p:sldId id="277" r:id="rId19"/>
    <p:sldId id="274" r:id="rId20"/>
    <p:sldId id="275" r:id="rId21"/>
    <p:sldId id="278" r:id="rId22"/>
    <p:sldId id="279" r:id="rId23"/>
    <p:sldId id="280" r:id="rId24"/>
    <p:sldId id="285" r:id="rId25"/>
    <p:sldId id="282" r:id="rId26"/>
    <p:sldId id="283" r:id="rId27"/>
    <p:sldId id="286" r:id="rId28"/>
    <p:sldId id="287" r:id="rId29"/>
    <p:sldId id="260" r:id="rId30"/>
    <p:sldId id="290" r:id="rId31"/>
    <p:sldId id="291" r:id="rId32"/>
    <p:sldId id="29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 autoAdjust="0"/>
  </p:normalViewPr>
  <p:slideViewPr>
    <p:cSldViewPr snapToGrid="0">
      <p:cViewPr varScale="1">
        <p:scale>
          <a:sx n="103" d="100"/>
          <a:sy n="103" d="100"/>
        </p:scale>
        <p:origin x="138" y="3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97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5">
  <dgm:title val=""/>
  <dgm:desc val=""/>
  <dgm:catLst>
    <dgm:cat type="accent2" pri="11500"/>
  </dgm:catLst>
  <dgm:styleLbl name="node0">
    <dgm:fillClrLst meth="cycle">
      <a:schemeClr val="accent2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>
        <a:alpha val="90000"/>
      </a:schemeClr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>
        <a:alpha val="90000"/>
      </a:schemeClr>
      <a:schemeClr val="accent2">
        <a:alpha val="5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/>
    <dgm:txEffectClrLst/>
  </dgm:styleLbl>
  <dgm:styleLbl name="lnNode1">
    <dgm:fillClrLst>
      <a:schemeClr val="accent2">
        <a:shade val="90000"/>
      </a:schemeClr>
      <a:schemeClr val="accent2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shade val="80000"/>
        <a:alpha val="50000"/>
      </a:schemeClr>
      <a:schemeClr val="accent2">
        <a:alpha val="2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  <a:alpha val="90000"/>
      </a:schemeClr>
      <a:schemeClr val="accent2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f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b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sibTrans1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alpha val="90000"/>
        <a:tint val="40000"/>
      </a:schemeClr>
      <a:schemeClr val="accent2">
        <a:alpha val="5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5">
  <dgm:title val=""/>
  <dgm:desc val=""/>
  <dgm:catLst>
    <dgm:cat type="accent2" pri="11500"/>
  </dgm:catLst>
  <dgm:styleLbl name="node0">
    <dgm:fillClrLst meth="cycle">
      <a:schemeClr val="accent2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>
        <a:alpha val="90000"/>
      </a:schemeClr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>
        <a:alpha val="90000"/>
      </a:schemeClr>
      <a:schemeClr val="accent2">
        <a:alpha val="5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/>
    <dgm:txEffectClrLst/>
  </dgm:styleLbl>
  <dgm:styleLbl name="lnNode1">
    <dgm:fillClrLst>
      <a:schemeClr val="accent2">
        <a:shade val="90000"/>
      </a:schemeClr>
      <a:schemeClr val="accent2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shade val="80000"/>
        <a:alpha val="50000"/>
      </a:schemeClr>
      <a:schemeClr val="accent2">
        <a:alpha val="2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  <a:alpha val="90000"/>
      </a:schemeClr>
      <a:schemeClr val="accent2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f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b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sibTrans1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alpha val="90000"/>
        <a:tint val="40000"/>
      </a:schemeClr>
      <a:schemeClr val="accent2">
        <a:alpha val="5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23E540D-BD4E-4356-9A5D-BBFD3E949BA6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29697D8C-B427-45DA-80C8-D6AAFB74F52A}">
      <dgm:prSet/>
      <dgm:spPr/>
      <dgm:t>
        <a:bodyPr/>
        <a:lstStyle/>
        <a:p>
          <a:pPr rtl="0"/>
          <a:r>
            <a:rPr lang="bg-BG" dirty="0" smtClean="0"/>
            <a:t>Намаляваща раждаемост в България и демографска криза</a:t>
          </a:r>
          <a:endParaRPr lang="en-US" dirty="0"/>
        </a:p>
      </dgm:t>
    </dgm:pt>
    <dgm:pt modelId="{FC9499B6-9584-4454-9F29-4FBB5581D305}" type="parTrans" cxnId="{D8939C8B-D16C-4CA8-81FD-24829B911775}">
      <dgm:prSet/>
      <dgm:spPr/>
      <dgm:t>
        <a:bodyPr/>
        <a:lstStyle/>
        <a:p>
          <a:endParaRPr lang="en-US"/>
        </a:p>
      </dgm:t>
    </dgm:pt>
    <dgm:pt modelId="{381B6B3E-9D44-46DE-8193-4DFE9AAB815D}" type="sibTrans" cxnId="{D8939C8B-D16C-4CA8-81FD-24829B911775}">
      <dgm:prSet/>
      <dgm:spPr/>
      <dgm:t>
        <a:bodyPr/>
        <a:lstStyle/>
        <a:p>
          <a:endParaRPr lang="en-US"/>
        </a:p>
      </dgm:t>
    </dgm:pt>
    <dgm:pt modelId="{55CCA58B-7182-4B90-A71B-FF0081FF2F5C}">
      <dgm:prSet/>
      <dgm:spPr/>
      <dgm:t>
        <a:bodyPr/>
        <a:lstStyle/>
        <a:p>
          <a:pPr rtl="0"/>
          <a:r>
            <a:rPr lang="bg-BG" dirty="0" smtClean="0"/>
            <a:t>Промяна в семейните модели</a:t>
          </a:r>
          <a:endParaRPr lang="en-US" dirty="0"/>
        </a:p>
      </dgm:t>
    </dgm:pt>
    <dgm:pt modelId="{EAFC15FB-116B-4873-809F-672D8235D7A6}" type="parTrans" cxnId="{A919C9B0-CFE6-4B97-B087-E17F52FC6DDB}">
      <dgm:prSet/>
      <dgm:spPr/>
      <dgm:t>
        <a:bodyPr/>
        <a:lstStyle/>
        <a:p>
          <a:endParaRPr lang="en-US"/>
        </a:p>
      </dgm:t>
    </dgm:pt>
    <dgm:pt modelId="{A86A3060-409D-4A23-982F-0829E58AAB85}" type="sibTrans" cxnId="{A919C9B0-CFE6-4B97-B087-E17F52FC6DDB}">
      <dgm:prSet/>
      <dgm:spPr/>
      <dgm:t>
        <a:bodyPr/>
        <a:lstStyle/>
        <a:p>
          <a:endParaRPr lang="en-US"/>
        </a:p>
      </dgm:t>
    </dgm:pt>
    <dgm:pt modelId="{D1A8B7CE-C62D-4DCA-AECF-C9ABB5277716}">
      <dgm:prSet/>
      <dgm:spPr/>
      <dgm:t>
        <a:bodyPr/>
        <a:lstStyle/>
        <a:p>
          <a:pPr rtl="0"/>
          <a:r>
            <a:rPr lang="bg-BG" smtClean="0"/>
            <a:t>Нарастване на извънбрачни раждания</a:t>
          </a:r>
          <a:endParaRPr lang="en-US"/>
        </a:p>
      </dgm:t>
    </dgm:pt>
    <dgm:pt modelId="{F0DDB240-8E77-498B-A46E-386F18C30526}" type="parTrans" cxnId="{1006ACEB-469B-49D4-A9EB-9B4A6BA04883}">
      <dgm:prSet/>
      <dgm:spPr/>
      <dgm:t>
        <a:bodyPr/>
        <a:lstStyle/>
        <a:p>
          <a:endParaRPr lang="en-US"/>
        </a:p>
      </dgm:t>
    </dgm:pt>
    <dgm:pt modelId="{2D2D3103-04FE-4B35-8538-D55D0A92DEC4}" type="sibTrans" cxnId="{1006ACEB-469B-49D4-A9EB-9B4A6BA04883}">
      <dgm:prSet/>
      <dgm:spPr/>
      <dgm:t>
        <a:bodyPr/>
        <a:lstStyle/>
        <a:p>
          <a:endParaRPr lang="en-US"/>
        </a:p>
      </dgm:t>
    </dgm:pt>
    <dgm:pt modelId="{B1D295CF-A2F9-45D0-8B19-89A1FB312A40}" type="pres">
      <dgm:prSet presAssocID="{423E540D-BD4E-4356-9A5D-BBFD3E949BA6}" presName="linear" presStyleCnt="0">
        <dgm:presLayoutVars>
          <dgm:animLvl val="lvl"/>
          <dgm:resizeHandles val="exact"/>
        </dgm:presLayoutVars>
      </dgm:prSet>
      <dgm:spPr/>
    </dgm:pt>
    <dgm:pt modelId="{999D24F0-8325-4FA1-A876-45122CA0694D}" type="pres">
      <dgm:prSet presAssocID="{29697D8C-B427-45DA-80C8-D6AAFB74F52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CF998443-5A64-4796-89C4-4315E262D788}" type="pres">
      <dgm:prSet presAssocID="{381B6B3E-9D44-46DE-8193-4DFE9AAB815D}" presName="spacer" presStyleCnt="0"/>
      <dgm:spPr/>
    </dgm:pt>
    <dgm:pt modelId="{5026FB98-62F5-460C-ADD5-3B8EA5012048}" type="pres">
      <dgm:prSet presAssocID="{55CCA58B-7182-4B90-A71B-FF0081FF2F5C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9A837679-D9FB-415D-97B0-200EF2667CE6}" type="pres">
      <dgm:prSet presAssocID="{A86A3060-409D-4A23-982F-0829E58AAB85}" presName="spacer" presStyleCnt="0"/>
      <dgm:spPr/>
    </dgm:pt>
    <dgm:pt modelId="{4CC63229-48CA-4CA9-8085-F38B78999954}" type="pres">
      <dgm:prSet presAssocID="{D1A8B7CE-C62D-4DCA-AECF-C9ABB5277716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1006ACEB-469B-49D4-A9EB-9B4A6BA04883}" srcId="{423E540D-BD4E-4356-9A5D-BBFD3E949BA6}" destId="{D1A8B7CE-C62D-4DCA-AECF-C9ABB5277716}" srcOrd="2" destOrd="0" parTransId="{F0DDB240-8E77-498B-A46E-386F18C30526}" sibTransId="{2D2D3103-04FE-4B35-8538-D55D0A92DEC4}"/>
    <dgm:cxn modelId="{301AF871-45DA-4F04-B2D8-35D7953F5529}" type="presOf" srcId="{55CCA58B-7182-4B90-A71B-FF0081FF2F5C}" destId="{5026FB98-62F5-460C-ADD5-3B8EA5012048}" srcOrd="0" destOrd="0" presId="urn:microsoft.com/office/officeart/2005/8/layout/vList2"/>
    <dgm:cxn modelId="{A919C9B0-CFE6-4B97-B087-E17F52FC6DDB}" srcId="{423E540D-BD4E-4356-9A5D-BBFD3E949BA6}" destId="{55CCA58B-7182-4B90-A71B-FF0081FF2F5C}" srcOrd="1" destOrd="0" parTransId="{EAFC15FB-116B-4873-809F-672D8235D7A6}" sibTransId="{A86A3060-409D-4A23-982F-0829E58AAB85}"/>
    <dgm:cxn modelId="{D8939C8B-D16C-4CA8-81FD-24829B911775}" srcId="{423E540D-BD4E-4356-9A5D-BBFD3E949BA6}" destId="{29697D8C-B427-45DA-80C8-D6AAFB74F52A}" srcOrd="0" destOrd="0" parTransId="{FC9499B6-9584-4454-9F29-4FBB5581D305}" sibTransId="{381B6B3E-9D44-46DE-8193-4DFE9AAB815D}"/>
    <dgm:cxn modelId="{6B07D96C-6B23-42F8-92E0-11821646991D}" type="presOf" srcId="{D1A8B7CE-C62D-4DCA-AECF-C9ABB5277716}" destId="{4CC63229-48CA-4CA9-8085-F38B78999954}" srcOrd="0" destOrd="0" presId="urn:microsoft.com/office/officeart/2005/8/layout/vList2"/>
    <dgm:cxn modelId="{F04FD76D-21AD-4B0E-9533-3F3DE81A97A3}" type="presOf" srcId="{29697D8C-B427-45DA-80C8-D6AAFB74F52A}" destId="{999D24F0-8325-4FA1-A876-45122CA0694D}" srcOrd="0" destOrd="0" presId="urn:microsoft.com/office/officeart/2005/8/layout/vList2"/>
    <dgm:cxn modelId="{3C471E29-E142-4632-986B-DDAC530BC1BA}" type="presOf" srcId="{423E540D-BD4E-4356-9A5D-BBFD3E949BA6}" destId="{B1D295CF-A2F9-45D0-8B19-89A1FB312A40}" srcOrd="0" destOrd="0" presId="urn:microsoft.com/office/officeart/2005/8/layout/vList2"/>
    <dgm:cxn modelId="{A460118E-042A-4BC2-9E2F-80AAA9F98A4C}" type="presParOf" srcId="{B1D295CF-A2F9-45D0-8B19-89A1FB312A40}" destId="{999D24F0-8325-4FA1-A876-45122CA0694D}" srcOrd="0" destOrd="0" presId="urn:microsoft.com/office/officeart/2005/8/layout/vList2"/>
    <dgm:cxn modelId="{338D7979-E1FA-4BEA-98A4-1E5898BE506B}" type="presParOf" srcId="{B1D295CF-A2F9-45D0-8B19-89A1FB312A40}" destId="{CF998443-5A64-4796-89C4-4315E262D788}" srcOrd="1" destOrd="0" presId="urn:microsoft.com/office/officeart/2005/8/layout/vList2"/>
    <dgm:cxn modelId="{57F8AA54-0F6B-4C6C-8969-A0A09A84F39B}" type="presParOf" srcId="{B1D295CF-A2F9-45D0-8B19-89A1FB312A40}" destId="{5026FB98-62F5-460C-ADD5-3B8EA5012048}" srcOrd="2" destOrd="0" presId="urn:microsoft.com/office/officeart/2005/8/layout/vList2"/>
    <dgm:cxn modelId="{50E09854-1A6E-46CD-952E-E4A1EDDACB05}" type="presParOf" srcId="{B1D295CF-A2F9-45D0-8B19-89A1FB312A40}" destId="{9A837679-D9FB-415D-97B0-200EF2667CE6}" srcOrd="3" destOrd="0" presId="urn:microsoft.com/office/officeart/2005/8/layout/vList2"/>
    <dgm:cxn modelId="{F64D1069-40EB-42BF-8428-304414B41775}" type="presParOf" srcId="{B1D295CF-A2F9-45D0-8B19-89A1FB312A40}" destId="{4CC63229-48CA-4CA9-8085-F38B78999954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DF999BE-CFDB-497A-A924-789078D091F0}" type="doc">
      <dgm:prSet loTypeId="urn:microsoft.com/office/officeart/2005/8/layout/default" loCatId="list" qsTypeId="urn:microsoft.com/office/officeart/2005/8/quickstyle/simple1" qsCatId="simple" csTypeId="urn:microsoft.com/office/officeart/2005/8/colors/accent2_5" csCatId="accent2"/>
      <dgm:spPr/>
      <dgm:t>
        <a:bodyPr/>
        <a:lstStyle/>
        <a:p>
          <a:endParaRPr lang="en-US"/>
        </a:p>
      </dgm:t>
    </dgm:pt>
    <dgm:pt modelId="{A1B14DD7-D3F1-452F-AEEE-922B4222CADE}">
      <dgm:prSet/>
      <dgm:spPr/>
      <dgm:t>
        <a:bodyPr/>
        <a:lstStyle/>
        <a:p>
          <a:pPr rtl="0"/>
          <a:r>
            <a:rPr lang="ru-RU" dirty="0" smtClean="0"/>
            <a:t>Анализ на зависимостта между бракове и брачни/извънбрачни раждания</a:t>
          </a:r>
          <a:endParaRPr lang="en-US" dirty="0"/>
        </a:p>
      </dgm:t>
    </dgm:pt>
    <dgm:pt modelId="{2AFE249B-04DF-4B81-91E5-51E2973A344A}" type="parTrans" cxnId="{92BC2222-1918-4C7D-A3EC-53D2B178BF70}">
      <dgm:prSet/>
      <dgm:spPr/>
      <dgm:t>
        <a:bodyPr/>
        <a:lstStyle/>
        <a:p>
          <a:endParaRPr lang="en-US"/>
        </a:p>
      </dgm:t>
    </dgm:pt>
    <dgm:pt modelId="{A4D5AF41-CF90-40F8-A034-963CC92CB585}" type="sibTrans" cxnId="{92BC2222-1918-4C7D-A3EC-53D2B178BF70}">
      <dgm:prSet/>
      <dgm:spPr/>
      <dgm:t>
        <a:bodyPr/>
        <a:lstStyle/>
        <a:p>
          <a:endParaRPr lang="en-US"/>
        </a:p>
      </dgm:t>
    </dgm:pt>
    <dgm:pt modelId="{FD6D722D-20FC-48C1-A7ED-6396B49339FF}">
      <dgm:prSet/>
      <dgm:spPr/>
      <dgm:t>
        <a:bodyPr/>
        <a:lstStyle/>
        <a:p>
          <a:pPr rtl="0"/>
          <a:r>
            <a:rPr lang="ru-RU" smtClean="0"/>
            <a:t>Анализ на времево закъснение</a:t>
          </a:r>
          <a:endParaRPr lang="en-US"/>
        </a:p>
      </dgm:t>
    </dgm:pt>
    <dgm:pt modelId="{10FA8CB4-EF99-4329-A525-3E2CD36A1599}" type="parTrans" cxnId="{7DCBE41C-61BF-470C-BA0A-EBF21707B41F}">
      <dgm:prSet/>
      <dgm:spPr/>
      <dgm:t>
        <a:bodyPr/>
        <a:lstStyle/>
        <a:p>
          <a:endParaRPr lang="en-US"/>
        </a:p>
      </dgm:t>
    </dgm:pt>
    <dgm:pt modelId="{E1DDF5CA-738E-47E6-86BD-4753A850AE37}" type="sibTrans" cxnId="{7DCBE41C-61BF-470C-BA0A-EBF21707B41F}">
      <dgm:prSet/>
      <dgm:spPr/>
      <dgm:t>
        <a:bodyPr/>
        <a:lstStyle/>
        <a:p>
          <a:endParaRPr lang="en-US"/>
        </a:p>
      </dgm:t>
    </dgm:pt>
    <dgm:pt modelId="{08F14544-3DDE-400E-B9C4-5BE7C0B0B09D}">
      <dgm:prSet/>
      <dgm:spPr/>
      <dgm:t>
        <a:bodyPr/>
        <a:lstStyle/>
        <a:p>
          <a:pPr rtl="0"/>
          <a:r>
            <a:rPr lang="ru-RU" smtClean="0"/>
            <a:t>Сравнение между градове и села</a:t>
          </a:r>
          <a:endParaRPr lang="en-US"/>
        </a:p>
      </dgm:t>
    </dgm:pt>
    <dgm:pt modelId="{95D11BB7-A1D6-446B-84D5-53303E0AD741}" type="parTrans" cxnId="{19919CF3-566F-441E-85A3-1D0949529F2D}">
      <dgm:prSet/>
      <dgm:spPr/>
      <dgm:t>
        <a:bodyPr/>
        <a:lstStyle/>
        <a:p>
          <a:endParaRPr lang="en-US"/>
        </a:p>
      </dgm:t>
    </dgm:pt>
    <dgm:pt modelId="{7176E4F9-5C81-44A8-BD3D-828E325691FB}" type="sibTrans" cxnId="{19919CF3-566F-441E-85A3-1D0949529F2D}">
      <dgm:prSet/>
      <dgm:spPr/>
      <dgm:t>
        <a:bodyPr/>
        <a:lstStyle/>
        <a:p>
          <a:endParaRPr lang="en-US"/>
        </a:p>
      </dgm:t>
    </dgm:pt>
    <dgm:pt modelId="{114E7604-DCB9-440D-AF7D-E980239B6D65}">
      <dgm:prSet/>
      <dgm:spPr/>
      <dgm:t>
        <a:bodyPr/>
        <a:lstStyle/>
        <a:p>
          <a:pPr rtl="0"/>
          <a:r>
            <a:rPr lang="ru-RU" smtClean="0"/>
            <a:t>Групиране на областите чрез клъстериране</a:t>
          </a:r>
          <a:endParaRPr lang="en-US"/>
        </a:p>
      </dgm:t>
    </dgm:pt>
    <dgm:pt modelId="{4B3DB4CC-385B-4AA1-8E77-4B6597268F68}" type="parTrans" cxnId="{B4523386-0EAB-4FAF-A1F1-221BEB42B0A7}">
      <dgm:prSet/>
      <dgm:spPr/>
      <dgm:t>
        <a:bodyPr/>
        <a:lstStyle/>
        <a:p>
          <a:endParaRPr lang="en-US"/>
        </a:p>
      </dgm:t>
    </dgm:pt>
    <dgm:pt modelId="{75EF865F-7D6B-481E-9D27-13A4B40E89B9}" type="sibTrans" cxnId="{B4523386-0EAB-4FAF-A1F1-221BEB42B0A7}">
      <dgm:prSet/>
      <dgm:spPr/>
      <dgm:t>
        <a:bodyPr/>
        <a:lstStyle/>
        <a:p>
          <a:endParaRPr lang="en-US"/>
        </a:p>
      </dgm:t>
    </dgm:pt>
    <dgm:pt modelId="{8C194169-EBA3-49AD-B772-D161593B9532}" type="pres">
      <dgm:prSet presAssocID="{1DF999BE-CFDB-497A-A924-789078D091F0}" presName="diagram" presStyleCnt="0">
        <dgm:presLayoutVars>
          <dgm:dir/>
          <dgm:resizeHandles val="exact"/>
        </dgm:presLayoutVars>
      </dgm:prSet>
      <dgm:spPr/>
    </dgm:pt>
    <dgm:pt modelId="{EAA5F7D5-6CEB-4363-8F36-440944C70C51}" type="pres">
      <dgm:prSet presAssocID="{A1B14DD7-D3F1-452F-AEEE-922B4222CADE}" presName="node" presStyleLbl="node1" presStyleIdx="0" presStyleCnt="4">
        <dgm:presLayoutVars>
          <dgm:bulletEnabled val="1"/>
        </dgm:presLayoutVars>
      </dgm:prSet>
      <dgm:spPr/>
    </dgm:pt>
    <dgm:pt modelId="{EB7B4769-6BE0-4AB7-BE24-FDFAF631CD73}" type="pres">
      <dgm:prSet presAssocID="{A4D5AF41-CF90-40F8-A034-963CC92CB585}" presName="sibTrans" presStyleCnt="0"/>
      <dgm:spPr/>
    </dgm:pt>
    <dgm:pt modelId="{DBF0B5DB-64D2-4C90-88FD-EB8F0A46ACAA}" type="pres">
      <dgm:prSet presAssocID="{FD6D722D-20FC-48C1-A7ED-6396B49339FF}" presName="node" presStyleLbl="node1" presStyleIdx="1" presStyleCnt="4">
        <dgm:presLayoutVars>
          <dgm:bulletEnabled val="1"/>
        </dgm:presLayoutVars>
      </dgm:prSet>
      <dgm:spPr/>
    </dgm:pt>
    <dgm:pt modelId="{AC825474-7702-4625-BB7A-160C564C7E83}" type="pres">
      <dgm:prSet presAssocID="{E1DDF5CA-738E-47E6-86BD-4753A850AE37}" presName="sibTrans" presStyleCnt="0"/>
      <dgm:spPr/>
    </dgm:pt>
    <dgm:pt modelId="{B7B1F903-6335-45B1-9BC1-33EF8CDB8C7A}" type="pres">
      <dgm:prSet presAssocID="{08F14544-3DDE-400E-B9C4-5BE7C0B0B09D}" presName="node" presStyleLbl="node1" presStyleIdx="2" presStyleCnt="4">
        <dgm:presLayoutVars>
          <dgm:bulletEnabled val="1"/>
        </dgm:presLayoutVars>
      </dgm:prSet>
      <dgm:spPr/>
    </dgm:pt>
    <dgm:pt modelId="{AB35F656-83DB-432A-926D-5C9BA668762D}" type="pres">
      <dgm:prSet presAssocID="{7176E4F9-5C81-44A8-BD3D-828E325691FB}" presName="sibTrans" presStyleCnt="0"/>
      <dgm:spPr/>
    </dgm:pt>
    <dgm:pt modelId="{89324C94-6643-4AF7-B747-0ECDCB7E8566}" type="pres">
      <dgm:prSet presAssocID="{114E7604-DCB9-440D-AF7D-E980239B6D65}" presName="node" presStyleLbl="node1" presStyleIdx="3" presStyleCnt="4">
        <dgm:presLayoutVars>
          <dgm:bulletEnabled val="1"/>
        </dgm:presLayoutVars>
      </dgm:prSet>
      <dgm:spPr/>
    </dgm:pt>
  </dgm:ptLst>
  <dgm:cxnLst>
    <dgm:cxn modelId="{92BC2222-1918-4C7D-A3EC-53D2B178BF70}" srcId="{1DF999BE-CFDB-497A-A924-789078D091F0}" destId="{A1B14DD7-D3F1-452F-AEEE-922B4222CADE}" srcOrd="0" destOrd="0" parTransId="{2AFE249B-04DF-4B81-91E5-51E2973A344A}" sibTransId="{A4D5AF41-CF90-40F8-A034-963CC92CB585}"/>
    <dgm:cxn modelId="{A1F69D77-3C46-44B2-8310-3F1FB91AF8A3}" type="presOf" srcId="{114E7604-DCB9-440D-AF7D-E980239B6D65}" destId="{89324C94-6643-4AF7-B747-0ECDCB7E8566}" srcOrd="0" destOrd="0" presId="urn:microsoft.com/office/officeart/2005/8/layout/default"/>
    <dgm:cxn modelId="{54538F2F-7DC4-4ECC-978D-538AF9D7582A}" type="presOf" srcId="{FD6D722D-20FC-48C1-A7ED-6396B49339FF}" destId="{DBF0B5DB-64D2-4C90-88FD-EB8F0A46ACAA}" srcOrd="0" destOrd="0" presId="urn:microsoft.com/office/officeart/2005/8/layout/default"/>
    <dgm:cxn modelId="{892AFDD9-3A78-4FB6-A778-9079B8CF0D29}" type="presOf" srcId="{1DF999BE-CFDB-497A-A924-789078D091F0}" destId="{8C194169-EBA3-49AD-B772-D161593B9532}" srcOrd="0" destOrd="0" presId="urn:microsoft.com/office/officeart/2005/8/layout/default"/>
    <dgm:cxn modelId="{225AA82D-76CD-434C-96F5-EDF6B2A7D837}" type="presOf" srcId="{A1B14DD7-D3F1-452F-AEEE-922B4222CADE}" destId="{EAA5F7D5-6CEB-4363-8F36-440944C70C51}" srcOrd="0" destOrd="0" presId="urn:microsoft.com/office/officeart/2005/8/layout/default"/>
    <dgm:cxn modelId="{D0DCDE8B-B2C6-47E2-85AE-4219C438C53D}" type="presOf" srcId="{08F14544-3DDE-400E-B9C4-5BE7C0B0B09D}" destId="{B7B1F903-6335-45B1-9BC1-33EF8CDB8C7A}" srcOrd="0" destOrd="0" presId="urn:microsoft.com/office/officeart/2005/8/layout/default"/>
    <dgm:cxn modelId="{B4523386-0EAB-4FAF-A1F1-221BEB42B0A7}" srcId="{1DF999BE-CFDB-497A-A924-789078D091F0}" destId="{114E7604-DCB9-440D-AF7D-E980239B6D65}" srcOrd="3" destOrd="0" parTransId="{4B3DB4CC-385B-4AA1-8E77-4B6597268F68}" sibTransId="{75EF865F-7D6B-481E-9D27-13A4B40E89B9}"/>
    <dgm:cxn modelId="{19919CF3-566F-441E-85A3-1D0949529F2D}" srcId="{1DF999BE-CFDB-497A-A924-789078D091F0}" destId="{08F14544-3DDE-400E-B9C4-5BE7C0B0B09D}" srcOrd="2" destOrd="0" parTransId="{95D11BB7-A1D6-446B-84D5-53303E0AD741}" sibTransId="{7176E4F9-5C81-44A8-BD3D-828E325691FB}"/>
    <dgm:cxn modelId="{7DCBE41C-61BF-470C-BA0A-EBF21707B41F}" srcId="{1DF999BE-CFDB-497A-A924-789078D091F0}" destId="{FD6D722D-20FC-48C1-A7ED-6396B49339FF}" srcOrd="1" destOrd="0" parTransId="{10FA8CB4-EF99-4329-A525-3E2CD36A1599}" sibTransId="{E1DDF5CA-738E-47E6-86BD-4753A850AE37}"/>
    <dgm:cxn modelId="{8538195E-4CF5-41BC-A8FD-1A3B5A8EB746}" type="presParOf" srcId="{8C194169-EBA3-49AD-B772-D161593B9532}" destId="{EAA5F7D5-6CEB-4363-8F36-440944C70C51}" srcOrd="0" destOrd="0" presId="urn:microsoft.com/office/officeart/2005/8/layout/default"/>
    <dgm:cxn modelId="{EA725A9F-9E4F-4434-9084-0AC698CDE2D4}" type="presParOf" srcId="{8C194169-EBA3-49AD-B772-D161593B9532}" destId="{EB7B4769-6BE0-4AB7-BE24-FDFAF631CD73}" srcOrd="1" destOrd="0" presId="urn:microsoft.com/office/officeart/2005/8/layout/default"/>
    <dgm:cxn modelId="{59BD2CD0-628A-4D7B-B616-83FD23F1C4FB}" type="presParOf" srcId="{8C194169-EBA3-49AD-B772-D161593B9532}" destId="{DBF0B5DB-64D2-4C90-88FD-EB8F0A46ACAA}" srcOrd="2" destOrd="0" presId="urn:microsoft.com/office/officeart/2005/8/layout/default"/>
    <dgm:cxn modelId="{800BA161-6F68-4AC5-ACB6-7BEF467F6487}" type="presParOf" srcId="{8C194169-EBA3-49AD-B772-D161593B9532}" destId="{AC825474-7702-4625-BB7A-160C564C7E83}" srcOrd="3" destOrd="0" presId="urn:microsoft.com/office/officeart/2005/8/layout/default"/>
    <dgm:cxn modelId="{31AD5E23-778E-4927-B659-F3349766CE57}" type="presParOf" srcId="{8C194169-EBA3-49AD-B772-D161593B9532}" destId="{B7B1F903-6335-45B1-9BC1-33EF8CDB8C7A}" srcOrd="4" destOrd="0" presId="urn:microsoft.com/office/officeart/2005/8/layout/default"/>
    <dgm:cxn modelId="{2638A96E-2627-45CE-9D31-CD9E6CBE1B6D}" type="presParOf" srcId="{8C194169-EBA3-49AD-B772-D161593B9532}" destId="{AB35F656-83DB-432A-926D-5C9BA668762D}" srcOrd="5" destOrd="0" presId="urn:microsoft.com/office/officeart/2005/8/layout/default"/>
    <dgm:cxn modelId="{39B3B7BB-4F9D-452C-8A28-E3F4E620CF7A}" type="presParOf" srcId="{8C194169-EBA3-49AD-B772-D161593B9532}" destId="{89324C94-6643-4AF7-B747-0ECDCB7E8566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1D0AE5C-9B85-4DDF-BC7D-F3CDF7502BD4}" type="doc">
      <dgm:prSet loTypeId="urn:microsoft.com/office/officeart/2005/8/layout/chevron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28F24C13-B3B6-491D-8CBE-2C050B369681}">
      <dgm:prSet/>
      <dgm:spPr/>
      <dgm:t>
        <a:bodyPr/>
        <a:lstStyle/>
        <a:p>
          <a:pPr rtl="0"/>
          <a:r>
            <a:rPr lang="bg-BG" dirty="0" smtClean="0"/>
            <a:t>Метрики</a:t>
          </a:r>
          <a:endParaRPr lang="en-US" dirty="0"/>
        </a:p>
      </dgm:t>
    </dgm:pt>
    <dgm:pt modelId="{5C8DA332-82F6-4940-8600-0C6E87B1F181}" type="parTrans" cxnId="{29F0AB33-2E09-4498-9050-C0E93F2EB352}">
      <dgm:prSet/>
      <dgm:spPr/>
      <dgm:t>
        <a:bodyPr/>
        <a:lstStyle/>
        <a:p>
          <a:endParaRPr lang="en-US"/>
        </a:p>
      </dgm:t>
    </dgm:pt>
    <dgm:pt modelId="{915B8263-031A-452A-BFEA-240CD80097D9}" type="sibTrans" cxnId="{29F0AB33-2E09-4498-9050-C0E93F2EB352}">
      <dgm:prSet/>
      <dgm:spPr/>
      <dgm:t>
        <a:bodyPr/>
        <a:lstStyle/>
        <a:p>
          <a:endParaRPr lang="en-US"/>
        </a:p>
      </dgm:t>
    </dgm:pt>
    <dgm:pt modelId="{BF143BCF-6D44-4267-82BB-4F637BD07B12}">
      <dgm:prSet/>
      <dgm:spPr/>
      <dgm:t>
        <a:bodyPr/>
        <a:lstStyle/>
        <a:p>
          <a:pPr rtl="0"/>
          <a:r>
            <a:rPr lang="bg-BG" dirty="0" smtClean="0"/>
            <a:t>Стойностите отговарят на няколко фактора (година + местоположение +/- брачни/извънбрачни)</a:t>
          </a:r>
          <a:endParaRPr lang="en-US" dirty="0"/>
        </a:p>
      </dgm:t>
    </dgm:pt>
    <dgm:pt modelId="{093F5390-E11F-4B60-946E-3A18E8FE0C93}" type="parTrans" cxnId="{2E7F8C26-0F90-4C2B-A890-0668B9B4C97B}">
      <dgm:prSet/>
      <dgm:spPr/>
      <dgm:t>
        <a:bodyPr/>
        <a:lstStyle/>
        <a:p>
          <a:endParaRPr lang="en-US"/>
        </a:p>
      </dgm:t>
    </dgm:pt>
    <dgm:pt modelId="{3A3CC07A-D0CE-4DB1-B5D5-96AFCB9EA487}" type="sibTrans" cxnId="{2E7F8C26-0F90-4C2B-A890-0668B9B4C97B}">
      <dgm:prSet/>
      <dgm:spPr/>
      <dgm:t>
        <a:bodyPr/>
        <a:lstStyle/>
        <a:p>
          <a:endParaRPr lang="en-US"/>
        </a:p>
      </dgm:t>
    </dgm:pt>
    <dgm:pt modelId="{BFA3E567-FCD4-4465-AFCE-5A185F56AD18}">
      <dgm:prSet/>
      <dgm:spPr/>
      <dgm:t>
        <a:bodyPr/>
        <a:lstStyle/>
        <a:p>
          <a:pPr rtl="0"/>
          <a:r>
            <a:rPr lang="bg-BG" dirty="0" smtClean="0"/>
            <a:t>Различни метрики за раждаемост</a:t>
          </a:r>
          <a:endParaRPr lang="en-US" dirty="0"/>
        </a:p>
      </dgm:t>
    </dgm:pt>
    <dgm:pt modelId="{CFD0E5EF-6491-4036-A078-27B9B2816FB2}" type="parTrans" cxnId="{618DD65A-91FF-4FC5-877F-0D83245064CC}">
      <dgm:prSet/>
      <dgm:spPr/>
      <dgm:t>
        <a:bodyPr/>
        <a:lstStyle/>
        <a:p>
          <a:endParaRPr lang="en-US"/>
        </a:p>
      </dgm:t>
    </dgm:pt>
    <dgm:pt modelId="{65B51BCF-8FA4-4425-8CFA-4ACFE92E4104}" type="sibTrans" cxnId="{618DD65A-91FF-4FC5-877F-0D83245064CC}">
      <dgm:prSet/>
      <dgm:spPr/>
      <dgm:t>
        <a:bodyPr/>
        <a:lstStyle/>
        <a:p>
          <a:endParaRPr lang="en-US"/>
        </a:p>
      </dgm:t>
    </dgm:pt>
    <dgm:pt modelId="{F7E89679-2891-49DF-944D-80FB30A34228}">
      <dgm:prSet/>
      <dgm:spPr/>
      <dgm:t>
        <a:bodyPr/>
        <a:lstStyle/>
        <a:p>
          <a:pPr rtl="0"/>
          <a:r>
            <a:rPr lang="bg-BG" dirty="0" smtClean="0"/>
            <a:t>Формат</a:t>
          </a:r>
          <a:endParaRPr lang="en-US" dirty="0"/>
        </a:p>
      </dgm:t>
    </dgm:pt>
    <dgm:pt modelId="{9EB39627-D883-45F9-8DCA-054E47F61177}" type="sibTrans" cxnId="{21A73BFB-CDBC-4DDE-8BEC-8400E65D7F44}">
      <dgm:prSet/>
      <dgm:spPr/>
      <dgm:t>
        <a:bodyPr/>
        <a:lstStyle/>
        <a:p>
          <a:endParaRPr lang="en-US"/>
        </a:p>
      </dgm:t>
    </dgm:pt>
    <dgm:pt modelId="{F553DAE3-D11A-4E5B-8DF1-4DFC62043B70}" type="parTrans" cxnId="{21A73BFB-CDBC-4DDE-8BEC-8400E65D7F44}">
      <dgm:prSet/>
      <dgm:spPr/>
      <dgm:t>
        <a:bodyPr/>
        <a:lstStyle/>
        <a:p>
          <a:endParaRPr lang="en-US"/>
        </a:p>
      </dgm:t>
    </dgm:pt>
    <dgm:pt modelId="{CDFA43CD-CCF1-42A1-A3A4-EDA140E84214}">
      <dgm:prSet/>
      <dgm:spPr/>
      <dgm:t>
        <a:bodyPr/>
        <a:lstStyle/>
        <a:p>
          <a:r>
            <a:rPr lang="bg-BG" dirty="0" smtClean="0"/>
            <a:t>Различни начални редове</a:t>
          </a:r>
          <a:endParaRPr lang="en-US" dirty="0"/>
        </a:p>
      </dgm:t>
    </dgm:pt>
    <dgm:pt modelId="{5F62C351-36DA-46BE-97BA-F43D51BD55A2}" type="parTrans" cxnId="{3D8A9B5D-D29B-45AF-9521-53C35177B5DE}">
      <dgm:prSet/>
      <dgm:spPr/>
    </dgm:pt>
    <dgm:pt modelId="{672AAF35-C356-4935-A691-03211658B8DD}" type="sibTrans" cxnId="{3D8A9B5D-D29B-45AF-9521-53C35177B5DE}">
      <dgm:prSet/>
      <dgm:spPr/>
    </dgm:pt>
    <dgm:pt modelId="{C3CF8CE5-D08C-4684-8AF0-06DB71FA1A0D}">
      <dgm:prSet/>
      <dgm:spPr/>
      <dgm:t>
        <a:bodyPr/>
        <a:lstStyle/>
        <a:p>
          <a:r>
            <a:rPr lang="bg-BG" dirty="0" smtClean="0"/>
            <a:t>Включени общини</a:t>
          </a:r>
          <a:endParaRPr lang="en-US" dirty="0"/>
        </a:p>
      </dgm:t>
    </dgm:pt>
    <dgm:pt modelId="{66189F5C-31EF-4C38-AF72-38A8BE39982F}" type="parTrans" cxnId="{EC7D89DF-3B23-4174-8119-09695A1AD76C}">
      <dgm:prSet/>
      <dgm:spPr/>
    </dgm:pt>
    <dgm:pt modelId="{6EF6CA69-E4EA-403E-AB65-4FF1EFE89E5C}" type="sibTrans" cxnId="{EC7D89DF-3B23-4174-8119-09695A1AD76C}">
      <dgm:prSet/>
      <dgm:spPr/>
    </dgm:pt>
    <dgm:pt modelId="{8107BE14-D365-4D70-ACAD-8EA9AB31B10F}">
      <dgm:prSet/>
      <dgm:spPr/>
      <dgm:t>
        <a:bodyPr/>
        <a:lstStyle/>
        <a:p>
          <a:r>
            <a:rPr lang="bg-BG" dirty="0" smtClean="0"/>
            <a:t>Областите имат общини със същото име</a:t>
          </a:r>
          <a:endParaRPr lang="en-US" dirty="0"/>
        </a:p>
      </dgm:t>
    </dgm:pt>
    <dgm:pt modelId="{78C7A785-3639-4EC1-B288-E502D7BB9B9F}" type="parTrans" cxnId="{44A6B62D-0C6D-4A02-8879-42DE459DEFB7}">
      <dgm:prSet/>
      <dgm:spPr/>
    </dgm:pt>
    <dgm:pt modelId="{0E449F14-48AA-457D-A5FC-56747A653001}" type="sibTrans" cxnId="{44A6B62D-0C6D-4A02-8879-42DE459DEFB7}">
      <dgm:prSet/>
      <dgm:spPr/>
    </dgm:pt>
    <dgm:pt modelId="{3968932F-8D42-4BF8-99CE-C31BD2451F3E}" type="pres">
      <dgm:prSet presAssocID="{41D0AE5C-9B85-4DDF-BC7D-F3CDF7502BD4}" presName="linearFlow" presStyleCnt="0">
        <dgm:presLayoutVars>
          <dgm:dir/>
          <dgm:animLvl val="lvl"/>
          <dgm:resizeHandles val="exact"/>
        </dgm:presLayoutVars>
      </dgm:prSet>
      <dgm:spPr/>
    </dgm:pt>
    <dgm:pt modelId="{37348FC3-0F17-4B47-9493-E9C07F9ED5E3}" type="pres">
      <dgm:prSet presAssocID="{F7E89679-2891-49DF-944D-80FB30A34228}" presName="composite" presStyleCnt="0"/>
      <dgm:spPr/>
    </dgm:pt>
    <dgm:pt modelId="{4EF3CA0D-B00B-418C-B153-3AB15984366B}" type="pres">
      <dgm:prSet presAssocID="{F7E89679-2891-49DF-944D-80FB30A34228}" presName="parentText" presStyleLbl="alignNode1" presStyleIdx="0" presStyleCnt="2">
        <dgm:presLayoutVars>
          <dgm:chMax val="1"/>
          <dgm:bulletEnabled val="1"/>
        </dgm:presLayoutVars>
      </dgm:prSet>
      <dgm:spPr/>
    </dgm:pt>
    <dgm:pt modelId="{EC2DECA2-3343-4145-9CE4-32032A300C79}" type="pres">
      <dgm:prSet presAssocID="{F7E89679-2891-49DF-944D-80FB30A34228}" presName="descendantText" presStyleLbl="alignAcc1" presStyleIdx="0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889B2D5-59A4-4844-A238-6CAE0F9CD4D7}" type="pres">
      <dgm:prSet presAssocID="{9EB39627-D883-45F9-8DCA-054E47F61177}" presName="sp" presStyleCnt="0"/>
      <dgm:spPr/>
    </dgm:pt>
    <dgm:pt modelId="{0CA6AD8D-298C-4230-B10D-41779A89FBBE}" type="pres">
      <dgm:prSet presAssocID="{28F24C13-B3B6-491D-8CBE-2C050B369681}" presName="composite" presStyleCnt="0"/>
      <dgm:spPr/>
    </dgm:pt>
    <dgm:pt modelId="{57FB0404-7A58-4775-8C9B-A6D2EB1ACEBE}" type="pres">
      <dgm:prSet presAssocID="{28F24C13-B3B6-491D-8CBE-2C050B369681}" presName="parentText" presStyleLbl="align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8CF4C7B-F19D-4B83-88DC-FF02838C3540}" type="pres">
      <dgm:prSet presAssocID="{28F24C13-B3B6-491D-8CBE-2C050B369681}" presName="descendantText" presStyleLbl="alignAcc1" presStyleIdx="1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C19B0AEB-2544-4866-B2AC-E4A4D486983C}" type="presOf" srcId="{28F24C13-B3B6-491D-8CBE-2C050B369681}" destId="{57FB0404-7A58-4775-8C9B-A6D2EB1ACEBE}" srcOrd="0" destOrd="0" presId="urn:microsoft.com/office/officeart/2005/8/layout/chevron2"/>
    <dgm:cxn modelId="{44A6B62D-0C6D-4A02-8879-42DE459DEFB7}" srcId="{F7E89679-2891-49DF-944D-80FB30A34228}" destId="{8107BE14-D365-4D70-ACAD-8EA9AB31B10F}" srcOrd="2" destOrd="0" parTransId="{78C7A785-3639-4EC1-B288-E502D7BB9B9F}" sibTransId="{0E449F14-48AA-457D-A5FC-56747A653001}"/>
    <dgm:cxn modelId="{21A73BFB-CDBC-4DDE-8BEC-8400E65D7F44}" srcId="{41D0AE5C-9B85-4DDF-BC7D-F3CDF7502BD4}" destId="{F7E89679-2891-49DF-944D-80FB30A34228}" srcOrd="0" destOrd="0" parTransId="{F553DAE3-D11A-4E5B-8DF1-4DFC62043B70}" sibTransId="{9EB39627-D883-45F9-8DCA-054E47F61177}"/>
    <dgm:cxn modelId="{2E7F8C26-0F90-4C2B-A890-0668B9B4C97B}" srcId="{28F24C13-B3B6-491D-8CBE-2C050B369681}" destId="{BF143BCF-6D44-4267-82BB-4F637BD07B12}" srcOrd="0" destOrd="0" parTransId="{093F5390-E11F-4B60-946E-3A18E8FE0C93}" sibTransId="{3A3CC07A-D0CE-4DB1-B5D5-96AFCB9EA487}"/>
    <dgm:cxn modelId="{7FD64663-7DE6-43EE-B8F7-7FB7810E7EDB}" type="presOf" srcId="{F7E89679-2891-49DF-944D-80FB30A34228}" destId="{4EF3CA0D-B00B-418C-B153-3AB15984366B}" srcOrd="0" destOrd="0" presId="urn:microsoft.com/office/officeart/2005/8/layout/chevron2"/>
    <dgm:cxn modelId="{29F0AB33-2E09-4498-9050-C0E93F2EB352}" srcId="{41D0AE5C-9B85-4DDF-BC7D-F3CDF7502BD4}" destId="{28F24C13-B3B6-491D-8CBE-2C050B369681}" srcOrd="1" destOrd="0" parTransId="{5C8DA332-82F6-4940-8600-0C6E87B1F181}" sibTransId="{915B8263-031A-452A-BFEA-240CD80097D9}"/>
    <dgm:cxn modelId="{C560D399-5ACF-492E-9DFA-380A6DDD9263}" type="presOf" srcId="{C3CF8CE5-D08C-4684-8AF0-06DB71FA1A0D}" destId="{EC2DECA2-3343-4145-9CE4-32032A300C79}" srcOrd="0" destOrd="1" presId="urn:microsoft.com/office/officeart/2005/8/layout/chevron2"/>
    <dgm:cxn modelId="{A7DF39E6-68DD-4793-921E-C3871C408757}" type="presOf" srcId="{BFA3E567-FCD4-4465-AFCE-5A185F56AD18}" destId="{88CF4C7B-F19D-4B83-88DC-FF02838C3540}" srcOrd="0" destOrd="1" presId="urn:microsoft.com/office/officeart/2005/8/layout/chevron2"/>
    <dgm:cxn modelId="{3D8A9B5D-D29B-45AF-9521-53C35177B5DE}" srcId="{F7E89679-2891-49DF-944D-80FB30A34228}" destId="{CDFA43CD-CCF1-42A1-A3A4-EDA140E84214}" srcOrd="0" destOrd="0" parTransId="{5F62C351-36DA-46BE-97BA-F43D51BD55A2}" sibTransId="{672AAF35-C356-4935-A691-03211658B8DD}"/>
    <dgm:cxn modelId="{092B4458-E0F9-44DE-9EA6-5F0C0DE0E7CC}" type="presOf" srcId="{CDFA43CD-CCF1-42A1-A3A4-EDA140E84214}" destId="{EC2DECA2-3343-4145-9CE4-32032A300C79}" srcOrd="0" destOrd="0" presId="urn:microsoft.com/office/officeart/2005/8/layout/chevron2"/>
    <dgm:cxn modelId="{EC7D89DF-3B23-4174-8119-09695A1AD76C}" srcId="{F7E89679-2891-49DF-944D-80FB30A34228}" destId="{C3CF8CE5-D08C-4684-8AF0-06DB71FA1A0D}" srcOrd="1" destOrd="0" parTransId="{66189F5C-31EF-4C38-AF72-38A8BE39982F}" sibTransId="{6EF6CA69-E4EA-403E-AB65-4FF1EFE89E5C}"/>
    <dgm:cxn modelId="{618DD65A-91FF-4FC5-877F-0D83245064CC}" srcId="{28F24C13-B3B6-491D-8CBE-2C050B369681}" destId="{BFA3E567-FCD4-4465-AFCE-5A185F56AD18}" srcOrd="1" destOrd="0" parTransId="{CFD0E5EF-6491-4036-A078-27B9B2816FB2}" sibTransId="{65B51BCF-8FA4-4425-8CFA-4ACFE92E4104}"/>
    <dgm:cxn modelId="{A985B297-3EE4-4F2D-9F31-DA9EE9EA079A}" type="presOf" srcId="{BF143BCF-6D44-4267-82BB-4F637BD07B12}" destId="{88CF4C7B-F19D-4B83-88DC-FF02838C3540}" srcOrd="0" destOrd="0" presId="urn:microsoft.com/office/officeart/2005/8/layout/chevron2"/>
    <dgm:cxn modelId="{E34236FC-2DDF-47EC-AC2C-330CFF4C5F73}" type="presOf" srcId="{8107BE14-D365-4D70-ACAD-8EA9AB31B10F}" destId="{EC2DECA2-3343-4145-9CE4-32032A300C79}" srcOrd="0" destOrd="2" presId="urn:microsoft.com/office/officeart/2005/8/layout/chevron2"/>
    <dgm:cxn modelId="{A89758EA-9EEB-46B4-BAF7-6A56BA932E2F}" type="presOf" srcId="{41D0AE5C-9B85-4DDF-BC7D-F3CDF7502BD4}" destId="{3968932F-8D42-4BF8-99CE-C31BD2451F3E}" srcOrd="0" destOrd="0" presId="urn:microsoft.com/office/officeart/2005/8/layout/chevron2"/>
    <dgm:cxn modelId="{142EA52F-6DC1-4AA7-BED3-957DA8D1BC08}" type="presParOf" srcId="{3968932F-8D42-4BF8-99CE-C31BD2451F3E}" destId="{37348FC3-0F17-4B47-9493-E9C07F9ED5E3}" srcOrd="0" destOrd="0" presId="urn:microsoft.com/office/officeart/2005/8/layout/chevron2"/>
    <dgm:cxn modelId="{906112BF-CB96-4F42-9EFE-EE50817E2497}" type="presParOf" srcId="{37348FC3-0F17-4B47-9493-E9C07F9ED5E3}" destId="{4EF3CA0D-B00B-418C-B153-3AB15984366B}" srcOrd="0" destOrd="0" presId="urn:microsoft.com/office/officeart/2005/8/layout/chevron2"/>
    <dgm:cxn modelId="{2E57F931-AA9E-4765-8FAE-C9D501E58CB2}" type="presParOf" srcId="{37348FC3-0F17-4B47-9493-E9C07F9ED5E3}" destId="{EC2DECA2-3343-4145-9CE4-32032A300C79}" srcOrd="1" destOrd="0" presId="urn:microsoft.com/office/officeart/2005/8/layout/chevron2"/>
    <dgm:cxn modelId="{314ECC24-2D4B-4876-B23D-FA63F42379AD}" type="presParOf" srcId="{3968932F-8D42-4BF8-99CE-C31BD2451F3E}" destId="{0889B2D5-59A4-4844-A238-6CAE0F9CD4D7}" srcOrd="1" destOrd="0" presId="urn:microsoft.com/office/officeart/2005/8/layout/chevron2"/>
    <dgm:cxn modelId="{F4852763-1DDD-45D4-8EAA-F86DC3AF391A}" type="presParOf" srcId="{3968932F-8D42-4BF8-99CE-C31BD2451F3E}" destId="{0CA6AD8D-298C-4230-B10D-41779A89FBBE}" srcOrd="2" destOrd="0" presId="urn:microsoft.com/office/officeart/2005/8/layout/chevron2"/>
    <dgm:cxn modelId="{8CD342B0-61A3-4C43-85D8-348FE3EB5B67}" type="presParOf" srcId="{0CA6AD8D-298C-4230-B10D-41779A89FBBE}" destId="{57FB0404-7A58-4775-8C9B-A6D2EB1ACEBE}" srcOrd="0" destOrd="0" presId="urn:microsoft.com/office/officeart/2005/8/layout/chevron2"/>
    <dgm:cxn modelId="{651A62AB-81BA-4494-8BBA-39F63AF17F12}" type="presParOf" srcId="{0CA6AD8D-298C-4230-B10D-41779A89FBBE}" destId="{88CF4C7B-F19D-4B83-88DC-FF02838C3540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1D0AE5C-9B85-4DDF-BC7D-F3CDF7502BD4}" type="doc">
      <dgm:prSet loTypeId="urn:microsoft.com/office/officeart/2005/8/layout/chevron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28F24C13-B3B6-491D-8CBE-2C050B369681}">
      <dgm:prSet/>
      <dgm:spPr/>
      <dgm:t>
        <a:bodyPr/>
        <a:lstStyle/>
        <a:p>
          <a:pPr rtl="0"/>
          <a:r>
            <a:rPr lang="bg-BG" dirty="0" smtClean="0"/>
            <a:t>Метрики</a:t>
          </a:r>
          <a:endParaRPr lang="en-US" dirty="0"/>
        </a:p>
      </dgm:t>
    </dgm:pt>
    <dgm:pt modelId="{5C8DA332-82F6-4940-8600-0C6E87B1F181}" type="parTrans" cxnId="{29F0AB33-2E09-4498-9050-C0E93F2EB352}">
      <dgm:prSet/>
      <dgm:spPr/>
      <dgm:t>
        <a:bodyPr/>
        <a:lstStyle/>
        <a:p>
          <a:endParaRPr lang="en-US"/>
        </a:p>
      </dgm:t>
    </dgm:pt>
    <dgm:pt modelId="{915B8263-031A-452A-BFEA-240CD80097D9}" type="sibTrans" cxnId="{29F0AB33-2E09-4498-9050-C0E93F2EB352}">
      <dgm:prSet/>
      <dgm:spPr/>
      <dgm:t>
        <a:bodyPr/>
        <a:lstStyle/>
        <a:p>
          <a:endParaRPr lang="en-US"/>
        </a:p>
      </dgm:t>
    </dgm:pt>
    <dgm:pt modelId="{BF143BCF-6D44-4267-82BB-4F637BD07B12}">
      <dgm:prSet/>
      <dgm:spPr/>
      <dgm:t>
        <a:bodyPr/>
        <a:lstStyle/>
        <a:p>
          <a:pPr rtl="0"/>
          <a:r>
            <a:rPr lang="bg-BG" dirty="0" smtClean="0"/>
            <a:t>Уеднаквяване на метриките</a:t>
          </a:r>
          <a:endParaRPr lang="en-US" dirty="0"/>
        </a:p>
      </dgm:t>
    </dgm:pt>
    <dgm:pt modelId="{093F5390-E11F-4B60-946E-3A18E8FE0C93}" type="parTrans" cxnId="{2E7F8C26-0F90-4C2B-A890-0668B9B4C97B}">
      <dgm:prSet/>
      <dgm:spPr/>
      <dgm:t>
        <a:bodyPr/>
        <a:lstStyle/>
        <a:p>
          <a:endParaRPr lang="en-US"/>
        </a:p>
      </dgm:t>
    </dgm:pt>
    <dgm:pt modelId="{3A3CC07A-D0CE-4DB1-B5D5-96AFCB9EA487}" type="sibTrans" cxnId="{2E7F8C26-0F90-4C2B-A890-0668B9B4C97B}">
      <dgm:prSet/>
      <dgm:spPr/>
      <dgm:t>
        <a:bodyPr/>
        <a:lstStyle/>
        <a:p>
          <a:endParaRPr lang="en-US"/>
        </a:p>
      </dgm:t>
    </dgm:pt>
    <dgm:pt modelId="{F7E89679-2891-49DF-944D-80FB30A34228}">
      <dgm:prSet/>
      <dgm:spPr/>
      <dgm:t>
        <a:bodyPr/>
        <a:lstStyle/>
        <a:p>
          <a:pPr rtl="0"/>
          <a:r>
            <a:rPr lang="bg-BG" dirty="0" smtClean="0"/>
            <a:t>Формат</a:t>
          </a:r>
          <a:endParaRPr lang="en-US" dirty="0"/>
        </a:p>
      </dgm:t>
    </dgm:pt>
    <dgm:pt modelId="{9EB39627-D883-45F9-8DCA-054E47F61177}" type="sibTrans" cxnId="{21A73BFB-CDBC-4DDE-8BEC-8400E65D7F44}">
      <dgm:prSet/>
      <dgm:spPr/>
      <dgm:t>
        <a:bodyPr/>
        <a:lstStyle/>
        <a:p>
          <a:endParaRPr lang="en-US"/>
        </a:p>
      </dgm:t>
    </dgm:pt>
    <dgm:pt modelId="{F553DAE3-D11A-4E5B-8DF1-4DFC62043B70}" type="parTrans" cxnId="{21A73BFB-CDBC-4DDE-8BEC-8400E65D7F44}">
      <dgm:prSet/>
      <dgm:spPr/>
      <dgm:t>
        <a:bodyPr/>
        <a:lstStyle/>
        <a:p>
          <a:endParaRPr lang="en-US"/>
        </a:p>
      </dgm:t>
    </dgm:pt>
    <dgm:pt modelId="{CDFA43CD-CCF1-42A1-A3A4-EDA140E84214}">
      <dgm:prSet/>
      <dgm:spPr/>
      <dgm:t>
        <a:bodyPr/>
        <a:lstStyle/>
        <a:p>
          <a:r>
            <a:rPr lang="bg-BG" dirty="0" smtClean="0"/>
            <a:t>Динамично намиране на начални редове</a:t>
          </a:r>
          <a:endParaRPr lang="en-US" dirty="0"/>
        </a:p>
      </dgm:t>
    </dgm:pt>
    <dgm:pt modelId="{5F62C351-36DA-46BE-97BA-F43D51BD55A2}" type="parTrans" cxnId="{3D8A9B5D-D29B-45AF-9521-53C35177B5DE}">
      <dgm:prSet/>
      <dgm:spPr/>
    </dgm:pt>
    <dgm:pt modelId="{672AAF35-C356-4935-A691-03211658B8DD}" type="sibTrans" cxnId="{3D8A9B5D-D29B-45AF-9521-53C35177B5DE}">
      <dgm:prSet/>
      <dgm:spPr/>
    </dgm:pt>
    <dgm:pt modelId="{C3CF8CE5-D08C-4684-8AF0-06DB71FA1A0D}">
      <dgm:prSet/>
      <dgm:spPr/>
      <dgm:t>
        <a:bodyPr/>
        <a:lstStyle/>
        <a:p>
          <a:r>
            <a:rPr lang="bg-BG" dirty="0" smtClean="0"/>
            <a:t>Филтриране на общините</a:t>
          </a:r>
          <a:endParaRPr lang="en-US" dirty="0"/>
        </a:p>
      </dgm:t>
    </dgm:pt>
    <dgm:pt modelId="{66189F5C-31EF-4C38-AF72-38A8BE39982F}" type="parTrans" cxnId="{EC7D89DF-3B23-4174-8119-09695A1AD76C}">
      <dgm:prSet/>
      <dgm:spPr/>
    </dgm:pt>
    <dgm:pt modelId="{6EF6CA69-E4EA-403E-AB65-4FF1EFE89E5C}" type="sibTrans" cxnId="{EC7D89DF-3B23-4174-8119-09695A1AD76C}">
      <dgm:prSet/>
      <dgm:spPr/>
    </dgm:pt>
    <dgm:pt modelId="{D36C2171-F2E7-4B53-9308-ECFA87A801C1}">
      <dgm:prSet/>
      <dgm:spPr/>
      <dgm:t>
        <a:bodyPr/>
        <a:lstStyle/>
        <a:p>
          <a:pPr rtl="0"/>
          <a:r>
            <a:rPr lang="bg-BG" dirty="0" smtClean="0"/>
            <a:t>Три файла за раждаемост</a:t>
          </a:r>
          <a:endParaRPr lang="en-US" dirty="0"/>
        </a:p>
      </dgm:t>
    </dgm:pt>
    <dgm:pt modelId="{57ADB6DB-43F2-452F-82E2-84176265B9BA}" type="parTrans" cxnId="{2B355C7D-65C0-4B57-BA7D-ECE269ED74C8}">
      <dgm:prSet/>
      <dgm:spPr/>
    </dgm:pt>
    <dgm:pt modelId="{7BCB5D95-0C8F-47E7-8F3F-2B237C21F183}" type="sibTrans" cxnId="{2B355C7D-65C0-4B57-BA7D-ECE269ED74C8}">
      <dgm:prSet/>
      <dgm:spPr/>
    </dgm:pt>
    <dgm:pt modelId="{3968932F-8D42-4BF8-99CE-C31BD2451F3E}" type="pres">
      <dgm:prSet presAssocID="{41D0AE5C-9B85-4DDF-BC7D-F3CDF7502BD4}" presName="linearFlow" presStyleCnt="0">
        <dgm:presLayoutVars>
          <dgm:dir/>
          <dgm:animLvl val="lvl"/>
          <dgm:resizeHandles val="exact"/>
        </dgm:presLayoutVars>
      </dgm:prSet>
      <dgm:spPr/>
    </dgm:pt>
    <dgm:pt modelId="{37348FC3-0F17-4B47-9493-E9C07F9ED5E3}" type="pres">
      <dgm:prSet presAssocID="{F7E89679-2891-49DF-944D-80FB30A34228}" presName="composite" presStyleCnt="0"/>
      <dgm:spPr/>
    </dgm:pt>
    <dgm:pt modelId="{4EF3CA0D-B00B-418C-B153-3AB15984366B}" type="pres">
      <dgm:prSet presAssocID="{F7E89679-2891-49DF-944D-80FB30A34228}" presName="parentText" presStyleLbl="alignNode1" presStyleIdx="0" presStyleCnt="2">
        <dgm:presLayoutVars>
          <dgm:chMax val="1"/>
          <dgm:bulletEnabled val="1"/>
        </dgm:presLayoutVars>
      </dgm:prSet>
      <dgm:spPr/>
    </dgm:pt>
    <dgm:pt modelId="{EC2DECA2-3343-4145-9CE4-32032A300C79}" type="pres">
      <dgm:prSet presAssocID="{F7E89679-2891-49DF-944D-80FB30A34228}" presName="descendantText" presStyleLbl="alignAcc1" presStyleIdx="0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889B2D5-59A4-4844-A238-6CAE0F9CD4D7}" type="pres">
      <dgm:prSet presAssocID="{9EB39627-D883-45F9-8DCA-054E47F61177}" presName="sp" presStyleCnt="0"/>
      <dgm:spPr/>
    </dgm:pt>
    <dgm:pt modelId="{0CA6AD8D-298C-4230-B10D-41779A89FBBE}" type="pres">
      <dgm:prSet presAssocID="{28F24C13-B3B6-491D-8CBE-2C050B369681}" presName="composite" presStyleCnt="0"/>
      <dgm:spPr/>
    </dgm:pt>
    <dgm:pt modelId="{57FB0404-7A58-4775-8C9B-A6D2EB1ACEBE}" type="pres">
      <dgm:prSet presAssocID="{28F24C13-B3B6-491D-8CBE-2C050B369681}" presName="parentText" presStyleLbl="alignNode1" presStyleIdx="1" presStyleCnt="2">
        <dgm:presLayoutVars>
          <dgm:chMax val="1"/>
          <dgm:bulletEnabled val="1"/>
        </dgm:presLayoutVars>
      </dgm:prSet>
      <dgm:spPr/>
    </dgm:pt>
    <dgm:pt modelId="{88CF4C7B-F19D-4B83-88DC-FF02838C3540}" type="pres">
      <dgm:prSet presAssocID="{28F24C13-B3B6-491D-8CBE-2C050B369681}" presName="descendantText" presStyleLbl="alignAcc1" presStyleIdx="1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C560D399-5ACF-492E-9DFA-380A6DDD9263}" type="presOf" srcId="{C3CF8CE5-D08C-4684-8AF0-06DB71FA1A0D}" destId="{EC2DECA2-3343-4145-9CE4-32032A300C79}" srcOrd="0" destOrd="1" presId="urn:microsoft.com/office/officeart/2005/8/layout/chevron2"/>
    <dgm:cxn modelId="{092B4458-E0F9-44DE-9EA6-5F0C0DE0E7CC}" type="presOf" srcId="{CDFA43CD-CCF1-42A1-A3A4-EDA140E84214}" destId="{EC2DECA2-3343-4145-9CE4-32032A300C79}" srcOrd="0" destOrd="0" presId="urn:microsoft.com/office/officeart/2005/8/layout/chevron2"/>
    <dgm:cxn modelId="{A985B297-3EE4-4F2D-9F31-DA9EE9EA079A}" type="presOf" srcId="{BF143BCF-6D44-4267-82BB-4F637BD07B12}" destId="{88CF4C7B-F19D-4B83-88DC-FF02838C3540}" srcOrd="0" destOrd="0" presId="urn:microsoft.com/office/officeart/2005/8/layout/chevron2"/>
    <dgm:cxn modelId="{CE08FC93-0455-4C4D-AF58-3C7BB0BE2C53}" type="presOf" srcId="{D36C2171-F2E7-4B53-9308-ECFA87A801C1}" destId="{88CF4C7B-F19D-4B83-88DC-FF02838C3540}" srcOrd="0" destOrd="1" presId="urn:microsoft.com/office/officeart/2005/8/layout/chevron2"/>
    <dgm:cxn modelId="{7FD64663-7DE6-43EE-B8F7-7FB7810E7EDB}" type="presOf" srcId="{F7E89679-2891-49DF-944D-80FB30A34228}" destId="{4EF3CA0D-B00B-418C-B153-3AB15984366B}" srcOrd="0" destOrd="0" presId="urn:microsoft.com/office/officeart/2005/8/layout/chevron2"/>
    <dgm:cxn modelId="{EC7D89DF-3B23-4174-8119-09695A1AD76C}" srcId="{F7E89679-2891-49DF-944D-80FB30A34228}" destId="{C3CF8CE5-D08C-4684-8AF0-06DB71FA1A0D}" srcOrd="1" destOrd="0" parTransId="{66189F5C-31EF-4C38-AF72-38A8BE39982F}" sibTransId="{6EF6CA69-E4EA-403E-AB65-4FF1EFE89E5C}"/>
    <dgm:cxn modelId="{29F0AB33-2E09-4498-9050-C0E93F2EB352}" srcId="{41D0AE5C-9B85-4DDF-BC7D-F3CDF7502BD4}" destId="{28F24C13-B3B6-491D-8CBE-2C050B369681}" srcOrd="1" destOrd="0" parTransId="{5C8DA332-82F6-4940-8600-0C6E87B1F181}" sibTransId="{915B8263-031A-452A-BFEA-240CD80097D9}"/>
    <dgm:cxn modelId="{2E7F8C26-0F90-4C2B-A890-0668B9B4C97B}" srcId="{28F24C13-B3B6-491D-8CBE-2C050B369681}" destId="{BF143BCF-6D44-4267-82BB-4F637BD07B12}" srcOrd="0" destOrd="0" parTransId="{093F5390-E11F-4B60-946E-3A18E8FE0C93}" sibTransId="{3A3CC07A-D0CE-4DB1-B5D5-96AFCB9EA487}"/>
    <dgm:cxn modelId="{2B355C7D-65C0-4B57-BA7D-ECE269ED74C8}" srcId="{28F24C13-B3B6-491D-8CBE-2C050B369681}" destId="{D36C2171-F2E7-4B53-9308-ECFA87A801C1}" srcOrd="1" destOrd="0" parTransId="{57ADB6DB-43F2-452F-82E2-84176265B9BA}" sibTransId="{7BCB5D95-0C8F-47E7-8F3F-2B237C21F183}"/>
    <dgm:cxn modelId="{21A73BFB-CDBC-4DDE-8BEC-8400E65D7F44}" srcId="{41D0AE5C-9B85-4DDF-BC7D-F3CDF7502BD4}" destId="{F7E89679-2891-49DF-944D-80FB30A34228}" srcOrd="0" destOrd="0" parTransId="{F553DAE3-D11A-4E5B-8DF1-4DFC62043B70}" sibTransId="{9EB39627-D883-45F9-8DCA-054E47F61177}"/>
    <dgm:cxn modelId="{C19B0AEB-2544-4866-B2AC-E4A4D486983C}" type="presOf" srcId="{28F24C13-B3B6-491D-8CBE-2C050B369681}" destId="{57FB0404-7A58-4775-8C9B-A6D2EB1ACEBE}" srcOrd="0" destOrd="0" presId="urn:microsoft.com/office/officeart/2005/8/layout/chevron2"/>
    <dgm:cxn modelId="{3D8A9B5D-D29B-45AF-9521-53C35177B5DE}" srcId="{F7E89679-2891-49DF-944D-80FB30A34228}" destId="{CDFA43CD-CCF1-42A1-A3A4-EDA140E84214}" srcOrd="0" destOrd="0" parTransId="{5F62C351-36DA-46BE-97BA-F43D51BD55A2}" sibTransId="{672AAF35-C356-4935-A691-03211658B8DD}"/>
    <dgm:cxn modelId="{A89758EA-9EEB-46B4-BAF7-6A56BA932E2F}" type="presOf" srcId="{41D0AE5C-9B85-4DDF-BC7D-F3CDF7502BD4}" destId="{3968932F-8D42-4BF8-99CE-C31BD2451F3E}" srcOrd="0" destOrd="0" presId="urn:microsoft.com/office/officeart/2005/8/layout/chevron2"/>
    <dgm:cxn modelId="{142EA52F-6DC1-4AA7-BED3-957DA8D1BC08}" type="presParOf" srcId="{3968932F-8D42-4BF8-99CE-C31BD2451F3E}" destId="{37348FC3-0F17-4B47-9493-E9C07F9ED5E3}" srcOrd="0" destOrd="0" presId="urn:microsoft.com/office/officeart/2005/8/layout/chevron2"/>
    <dgm:cxn modelId="{906112BF-CB96-4F42-9EFE-EE50817E2497}" type="presParOf" srcId="{37348FC3-0F17-4B47-9493-E9C07F9ED5E3}" destId="{4EF3CA0D-B00B-418C-B153-3AB15984366B}" srcOrd="0" destOrd="0" presId="urn:microsoft.com/office/officeart/2005/8/layout/chevron2"/>
    <dgm:cxn modelId="{2E57F931-AA9E-4765-8FAE-C9D501E58CB2}" type="presParOf" srcId="{37348FC3-0F17-4B47-9493-E9C07F9ED5E3}" destId="{EC2DECA2-3343-4145-9CE4-32032A300C79}" srcOrd="1" destOrd="0" presId="urn:microsoft.com/office/officeart/2005/8/layout/chevron2"/>
    <dgm:cxn modelId="{314ECC24-2D4B-4876-B23D-FA63F42379AD}" type="presParOf" srcId="{3968932F-8D42-4BF8-99CE-C31BD2451F3E}" destId="{0889B2D5-59A4-4844-A238-6CAE0F9CD4D7}" srcOrd="1" destOrd="0" presId="urn:microsoft.com/office/officeart/2005/8/layout/chevron2"/>
    <dgm:cxn modelId="{F4852763-1DDD-45D4-8EAA-F86DC3AF391A}" type="presParOf" srcId="{3968932F-8D42-4BF8-99CE-C31BD2451F3E}" destId="{0CA6AD8D-298C-4230-B10D-41779A89FBBE}" srcOrd="2" destOrd="0" presId="urn:microsoft.com/office/officeart/2005/8/layout/chevron2"/>
    <dgm:cxn modelId="{8CD342B0-61A3-4C43-85D8-348FE3EB5B67}" type="presParOf" srcId="{0CA6AD8D-298C-4230-B10D-41779A89FBBE}" destId="{57FB0404-7A58-4775-8C9B-A6D2EB1ACEBE}" srcOrd="0" destOrd="0" presId="urn:microsoft.com/office/officeart/2005/8/layout/chevron2"/>
    <dgm:cxn modelId="{651A62AB-81BA-4494-8BBA-39F63AF17F12}" type="presParOf" srcId="{0CA6AD8D-298C-4230-B10D-41779A89FBBE}" destId="{88CF4C7B-F19D-4B83-88DC-FF02838C3540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1870053-9902-4E3E-9285-8D57A9514727}" type="doc">
      <dgm:prSet loTypeId="urn:microsoft.com/office/officeart/2005/8/layout/vList5" loCatId="list" qsTypeId="urn:microsoft.com/office/officeart/2005/8/quickstyle/simple1" qsCatId="simple" csTypeId="urn:microsoft.com/office/officeart/2005/8/colors/accent2_5" csCatId="accent2" phldr="1"/>
      <dgm:spPr/>
      <dgm:t>
        <a:bodyPr/>
        <a:lstStyle/>
        <a:p>
          <a:endParaRPr lang="en-US"/>
        </a:p>
      </dgm:t>
    </dgm:pt>
    <dgm:pt modelId="{A1707EAF-9CAA-49D4-9C40-3BAC30CDA70A}">
      <dgm:prSet phldrT="[Text]"/>
      <dgm:spPr/>
      <dgm:t>
        <a:bodyPr/>
        <a:lstStyle/>
        <a:p>
          <a:r>
            <a:rPr lang="bg-BG" dirty="0" err="1" smtClean="0"/>
            <a:t>Корелационен</a:t>
          </a:r>
          <a:r>
            <a:rPr lang="bg-BG" dirty="0" smtClean="0"/>
            <a:t> анализ</a:t>
          </a:r>
          <a:endParaRPr lang="en-US" dirty="0"/>
        </a:p>
      </dgm:t>
    </dgm:pt>
    <dgm:pt modelId="{E498EF71-A487-4D35-9C14-EA1F81D83EDB}" type="parTrans" cxnId="{C71CAE51-0C57-4397-B7E0-7D4B5D0372A3}">
      <dgm:prSet/>
      <dgm:spPr/>
      <dgm:t>
        <a:bodyPr/>
        <a:lstStyle/>
        <a:p>
          <a:endParaRPr lang="en-US"/>
        </a:p>
      </dgm:t>
    </dgm:pt>
    <dgm:pt modelId="{F2AC54AE-4B23-428A-A8BB-389A0FA27B63}" type="sibTrans" cxnId="{C71CAE51-0C57-4397-B7E0-7D4B5D0372A3}">
      <dgm:prSet/>
      <dgm:spPr/>
      <dgm:t>
        <a:bodyPr/>
        <a:lstStyle/>
        <a:p>
          <a:endParaRPr lang="en-US"/>
        </a:p>
      </dgm:t>
    </dgm:pt>
    <dgm:pt modelId="{64DE5619-F456-49C5-BE6B-7F40349AA730}">
      <dgm:prSet phldrT="[Text]"/>
      <dgm:spPr/>
      <dgm:t>
        <a:bodyPr/>
        <a:lstStyle/>
        <a:p>
          <a:r>
            <a:rPr lang="bg-BG" dirty="0" smtClean="0"/>
            <a:t>Бракове &lt;-&gt; раждания</a:t>
          </a:r>
          <a:endParaRPr lang="en-US" dirty="0"/>
        </a:p>
      </dgm:t>
    </dgm:pt>
    <dgm:pt modelId="{B505F695-3A08-4CF9-8764-C108A4D1780E}" type="parTrans" cxnId="{F2BEFFDE-83FD-4DFA-B5F5-B9A52FE66B2F}">
      <dgm:prSet/>
      <dgm:spPr/>
      <dgm:t>
        <a:bodyPr/>
        <a:lstStyle/>
        <a:p>
          <a:endParaRPr lang="en-US"/>
        </a:p>
      </dgm:t>
    </dgm:pt>
    <dgm:pt modelId="{47F8135A-D066-44DC-BB9C-FE5FB26FF485}" type="sibTrans" cxnId="{F2BEFFDE-83FD-4DFA-B5F5-B9A52FE66B2F}">
      <dgm:prSet/>
      <dgm:spPr/>
      <dgm:t>
        <a:bodyPr/>
        <a:lstStyle/>
        <a:p>
          <a:endParaRPr lang="en-US"/>
        </a:p>
      </dgm:t>
    </dgm:pt>
    <dgm:pt modelId="{7BB23C69-36CC-4241-8D0D-63CC60568DF6}">
      <dgm:prSet phldrT="[Text]"/>
      <dgm:spPr/>
      <dgm:t>
        <a:bodyPr/>
        <a:lstStyle/>
        <a:p>
          <a:r>
            <a:rPr lang="bg-BG" dirty="0" smtClean="0"/>
            <a:t>Бракове &lt;-&gt; брачни раждания</a:t>
          </a:r>
          <a:endParaRPr lang="en-US" dirty="0"/>
        </a:p>
      </dgm:t>
    </dgm:pt>
    <dgm:pt modelId="{B54EA12F-02EA-4989-91F4-2E3FE136A326}" type="parTrans" cxnId="{8CCBC6D7-BB7B-4D06-9981-B012EBAA3145}">
      <dgm:prSet/>
      <dgm:spPr/>
      <dgm:t>
        <a:bodyPr/>
        <a:lstStyle/>
        <a:p>
          <a:endParaRPr lang="en-US"/>
        </a:p>
      </dgm:t>
    </dgm:pt>
    <dgm:pt modelId="{6B390894-5A17-4083-93F4-0B12200BDEC5}" type="sibTrans" cxnId="{8CCBC6D7-BB7B-4D06-9981-B012EBAA3145}">
      <dgm:prSet/>
      <dgm:spPr/>
      <dgm:t>
        <a:bodyPr/>
        <a:lstStyle/>
        <a:p>
          <a:endParaRPr lang="en-US"/>
        </a:p>
      </dgm:t>
    </dgm:pt>
    <dgm:pt modelId="{6AE314E5-1E20-45C9-9C60-D970F2C73761}">
      <dgm:prSet phldrT="[Text]"/>
      <dgm:spPr/>
      <dgm:t>
        <a:bodyPr/>
        <a:lstStyle/>
        <a:p>
          <a:r>
            <a:rPr lang="bg-BG" dirty="0" smtClean="0"/>
            <a:t>Изместване във времето</a:t>
          </a:r>
          <a:endParaRPr lang="en-US" dirty="0"/>
        </a:p>
      </dgm:t>
    </dgm:pt>
    <dgm:pt modelId="{DD047E79-26BB-4771-A4F5-4BEC5D8DFD2B}" type="parTrans" cxnId="{DEA4AAD6-4940-4FC1-BD18-6D97C3C2E2C7}">
      <dgm:prSet/>
      <dgm:spPr/>
      <dgm:t>
        <a:bodyPr/>
        <a:lstStyle/>
        <a:p>
          <a:endParaRPr lang="en-US"/>
        </a:p>
      </dgm:t>
    </dgm:pt>
    <dgm:pt modelId="{B420E07A-3F11-4CCB-9951-2EF3C818CBD0}" type="sibTrans" cxnId="{DEA4AAD6-4940-4FC1-BD18-6D97C3C2E2C7}">
      <dgm:prSet/>
      <dgm:spPr/>
      <dgm:t>
        <a:bodyPr/>
        <a:lstStyle/>
        <a:p>
          <a:endParaRPr lang="en-US"/>
        </a:p>
      </dgm:t>
    </dgm:pt>
    <dgm:pt modelId="{1F3D03D5-EE3D-4806-87C4-A85A685DCF7C}">
      <dgm:prSet phldrT="[Text]"/>
      <dgm:spPr/>
      <dgm:t>
        <a:bodyPr/>
        <a:lstStyle/>
        <a:p>
          <a:r>
            <a:rPr lang="bg-BG" dirty="0" smtClean="0"/>
            <a:t>До 5 години</a:t>
          </a:r>
          <a:endParaRPr lang="en-US" dirty="0"/>
        </a:p>
      </dgm:t>
    </dgm:pt>
    <dgm:pt modelId="{EF0F311B-BE0B-4283-B2B8-B3F654E67A2A}" type="parTrans" cxnId="{7ADB4390-2B51-4D8C-9132-B0E78087600B}">
      <dgm:prSet/>
      <dgm:spPr/>
      <dgm:t>
        <a:bodyPr/>
        <a:lstStyle/>
        <a:p>
          <a:endParaRPr lang="en-US"/>
        </a:p>
      </dgm:t>
    </dgm:pt>
    <dgm:pt modelId="{EAB06B1F-81B3-4608-B3FE-8DC7ACE07E50}" type="sibTrans" cxnId="{7ADB4390-2B51-4D8C-9132-B0E78087600B}">
      <dgm:prSet/>
      <dgm:spPr/>
      <dgm:t>
        <a:bodyPr/>
        <a:lstStyle/>
        <a:p>
          <a:endParaRPr lang="en-US"/>
        </a:p>
      </dgm:t>
    </dgm:pt>
    <dgm:pt modelId="{FBC9946A-4D33-4C91-9E71-8A0C6B6C77B4}">
      <dgm:prSet phldrT="[Text]"/>
      <dgm:spPr/>
      <dgm:t>
        <a:bodyPr/>
        <a:lstStyle/>
        <a:p>
          <a:r>
            <a:rPr lang="bg-BG" dirty="0" smtClean="0"/>
            <a:t>За България и области – общо, градове, села</a:t>
          </a:r>
          <a:endParaRPr lang="en-US" dirty="0"/>
        </a:p>
      </dgm:t>
    </dgm:pt>
    <dgm:pt modelId="{01F1A94D-AE8D-4AB8-A7A9-797605AB6267}" type="parTrans" cxnId="{CE85B0A2-5987-4B3F-93BB-99B6F19249B8}">
      <dgm:prSet/>
      <dgm:spPr/>
      <dgm:t>
        <a:bodyPr/>
        <a:lstStyle/>
        <a:p>
          <a:endParaRPr lang="en-US"/>
        </a:p>
      </dgm:t>
    </dgm:pt>
    <dgm:pt modelId="{BF33B499-3862-41D8-B10D-E847282BD218}" type="sibTrans" cxnId="{CE85B0A2-5987-4B3F-93BB-99B6F19249B8}">
      <dgm:prSet/>
      <dgm:spPr/>
      <dgm:t>
        <a:bodyPr/>
        <a:lstStyle/>
        <a:p>
          <a:endParaRPr lang="en-US"/>
        </a:p>
      </dgm:t>
    </dgm:pt>
    <dgm:pt modelId="{64997F71-3744-48DD-8A89-9E8D5C826524}">
      <dgm:prSet phldrT="[Text]"/>
      <dgm:spPr/>
      <dgm:t>
        <a:bodyPr/>
        <a:lstStyle/>
        <a:p>
          <a:r>
            <a:rPr lang="bg-BG" dirty="0" smtClean="0"/>
            <a:t>Йерархично </a:t>
          </a:r>
          <a:r>
            <a:rPr lang="bg-BG" dirty="0" err="1" smtClean="0"/>
            <a:t>клъстериране</a:t>
          </a:r>
          <a:endParaRPr lang="en-US" dirty="0"/>
        </a:p>
      </dgm:t>
    </dgm:pt>
    <dgm:pt modelId="{EC283AD6-78B5-481E-8A7E-A3AF73887EE6}" type="parTrans" cxnId="{BE5509B3-225F-4607-BA1F-0B00721760D6}">
      <dgm:prSet/>
      <dgm:spPr/>
      <dgm:t>
        <a:bodyPr/>
        <a:lstStyle/>
        <a:p>
          <a:endParaRPr lang="en-US"/>
        </a:p>
      </dgm:t>
    </dgm:pt>
    <dgm:pt modelId="{B38F4116-F01E-4881-8EE7-1369FA285567}" type="sibTrans" cxnId="{BE5509B3-225F-4607-BA1F-0B00721760D6}">
      <dgm:prSet/>
      <dgm:spPr/>
      <dgm:t>
        <a:bodyPr/>
        <a:lstStyle/>
        <a:p>
          <a:endParaRPr lang="en-US"/>
        </a:p>
      </dgm:t>
    </dgm:pt>
    <dgm:pt modelId="{BA1734D9-6118-4B51-99E2-C3D21F85EACE}">
      <dgm:prSet phldrT="[Text]"/>
      <dgm:spPr/>
      <dgm:t>
        <a:bodyPr/>
        <a:lstStyle/>
        <a:p>
          <a:r>
            <a:rPr lang="bg-BG" dirty="0" smtClean="0"/>
            <a:t>Динамичен брой клъстери</a:t>
          </a:r>
          <a:endParaRPr lang="en-US" dirty="0"/>
        </a:p>
      </dgm:t>
    </dgm:pt>
    <dgm:pt modelId="{96969156-430A-4A09-9DA4-A32221B99660}" type="sibTrans" cxnId="{0DB4A3DF-80A1-42D5-AE5F-C30611549F46}">
      <dgm:prSet/>
      <dgm:spPr/>
      <dgm:t>
        <a:bodyPr/>
        <a:lstStyle/>
        <a:p>
          <a:endParaRPr lang="en-US"/>
        </a:p>
      </dgm:t>
    </dgm:pt>
    <dgm:pt modelId="{AA118C6F-F05E-4620-BC85-82CCCE94DC52}" type="parTrans" cxnId="{0DB4A3DF-80A1-42D5-AE5F-C30611549F46}">
      <dgm:prSet/>
      <dgm:spPr/>
      <dgm:t>
        <a:bodyPr/>
        <a:lstStyle/>
        <a:p>
          <a:endParaRPr lang="en-US"/>
        </a:p>
      </dgm:t>
    </dgm:pt>
    <dgm:pt modelId="{30979CE0-C5A4-46D6-BC46-B95F79F621EE}">
      <dgm:prSet phldrT="[Text]"/>
      <dgm:spPr/>
      <dgm:t>
        <a:bodyPr/>
        <a:lstStyle/>
        <a:p>
          <a:r>
            <a:rPr lang="bg-BG" dirty="0" smtClean="0"/>
            <a:t>Бракове &lt;-&gt; извънбрачни раждания</a:t>
          </a:r>
          <a:endParaRPr lang="en-US" dirty="0"/>
        </a:p>
      </dgm:t>
    </dgm:pt>
    <dgm:pt modelId="{5CC46BD7-BD56-4441-83D5-EB688D50244E}" type="parTrans" cxnId="{DB80EF70-3882-43B8-BBDD-EBCCCAAD6EED}">
      <dgm:prSet/>
      <dgm:spPr/>
      <dgm:t>
        <a:bodyPr/>
        <a:lstStyle/>
        <a:p>
          <a:endParaRPr lang="en-US"/>
        </a:p>
      </dgm:t>
    </dgm:pt>
    <dgm:pt modelId="{EFBCDCBE-3BED-4EA3-AA37-FBCEF10F617D}" type="sibTrans" cxnId="{DB80EF70-3882-43B8-BBDD-EBCCCAAD6EED}">
      <dgm:prSet/>
      <dgm:spPr/>
      <dgm:t>
        <a:bodyPr/>
        <a:lstStyle/>
        <a:p>
          <a:endParaRPr lang="en-US"/>
        </a:p>
      </dgm:t>
    </dgm:pt>
    <dgm:pt modelId="{AF9ABDE5-06B5-4911-9EE3-1C0EA86D5DD2}">
      <dgm:prSet phldrT="[Text]"/>
      <dgm:spPr/>
      <dgm:t>
        <a:bodyPr/>
        <a:lstStyle/>
        <a:p>
          <a:r>
            <a:rPr lang="bg-BG" dirty="0" smtClean="0"/>
            <a:t>Метрики: най-силни корелации и съответно изместване; дял на извънбрачни деца</a:t>
          </a:r>
          <a:endParaRPr lang="en-US" dirty="0"/>
        </a:p>
      </dgm:t>
    </dgm:pt>
    <dgm:pt modelId="{37E70735-F5D4-48C9-A554-9F869B5873E3}" type="parTrans" cxnId="{D74C6BA5-4425-40CB-B973-19F91423A66D}">
      <dgm:prSet/>
      <dgm:spPr/>
    </dgm:pt>
    <dgm:pt modelId="{28FDB468-FCAC-46E9-808D-BD3983B7C0B3}" type="sibTrans" cxnId="{D74C6BA5-4425-40CB-B973-19F91423A66D}">
      <dgm:prSet/>
      <dgm:spPr/>
    </dgm:pt>
    <dgm:pt modelId="{A3D3ED5E-4ED4-436D-B783-3B974DC283C4}" type="pres">
      <dgm:prSet presAssocID="{F1870053-9902-4E3E-9285-8D57A9514727}" presName="Name0" presStyleCnt="0">
        <dgm:presLayoutVars>
          <dgm:dir/>
          <dgm:animLvl val="lvl"/>
          <dgm:resizeHandles val="exact"/>
        </dgm:presLayoutVars>
      </dgm:prSet>
      <dgm:spPr/>
    </dgm:pt>
    <dgm:pt modelId="{96418B06-846F-461A-8864-0281803ADAE4}" type="pres">
      <dgm:prSet presAssocID="{A1707EAF-9CAA-49D4-9C40-3BAC30CDA70A}" presName="linNode" presStyleCnt="0"/>
      <dgm:spPr/>
    </dgm:pt>
    <dgm:pt modelId="{4ED73D10-6D16-4126-8865-DA7E978F0D61}" type="pres">
      <dgm:prSet presAssocID="{A1707EAF-9CAA-49D4-9C40-3BAC30CDA70A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A65D0049-EE16-447F-AD99-180ABE76C08C}" type="pres">
      <dgm:prSet presAssocID="{A1707EAF-9CAA-49D4-9C40-3BAC30CDA70A}" presName="descendantText" presStyleLbl="alignAccFollowNode1" presStyleIdx="0" presStyleCnt="3">
        <dgm:presLayoutVars>
          <dgm:bulletEnabled val="1"/>
        </dgm:presLayoutVars>
      </dgm:prSet>
      <dgm:spPr/>
    </dgm:pt>
    <dgm:pt modelId="{5A62F8EF-505E-4A14-BB6D-28D33293D10F}" type="pres">
      <dgm:prSet presAssocID="{F2AC54AE-4B23-428A-A8BB-389A0FA27B63}" presName="sp" presStyleCnt="0"/>
      <dgm:spPr/>
    </dgm:pt>
    <dgm:pt modelId="{539270A5-1217-444D-9E7C-E2BD19460918}" type="pres">
      <dgm:prSet presAssocID="{6AE314E5-1E20-45C9-9C60-D970F2C73761}" presName="linNode" presStyleCnt="0"/>
      <dgm:spPr/>
    </dgm:pt>
    <dgm:pt modelId="{704BFB65-ED1F-421E-A4EE-FDBC5B87ABD0}" type="pres">
      <dgm:prSet presAssocID="{6AE314E5-1E20-45C9-9C60-D970F2C73761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8A133A36-79F7-4BC7-945B-922FE7617651}" type="pres">
      <dgm:prSet presAssocID="{6AE314E5-1E20-45C9-9C60-D970F2C73761}" presName="descendantText" presStyleLbl="align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7328A64-653F-4FA7-A443-52D0E7D4170A}" type="pres">
      <dgm:prSet presAssocID="{B420E07A-3F11-4CCB-9951-2EF3C818CBD0}" presName="sp" presStyleCnt="0"/>
      <dgm:spPr/>
    </dgm:pt>
    <dgm:pt modelId="{D1D48821-4042-44B1-BF9E-91FC15D42920}" type="pres">
      <dgm:prSet presAssocID="{64997F71-3744-48DD-8A89-9E8D5C826524}" presName="linNode" presStyleCnt="0"/>
      <dgm:spPr/>
    </dgm:pt>
    <dgm:pt modelId="{F0CA1884-81DE-460A-BB3E-1E23FCE8D731}" type="pres">
      <dgm:prSet presAssocID="{64997F71-3744-48DD-8A89-9E8D5C826524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AF00AB8B-9787-45A1-BD6C-76A919FEF083}" type="pres">
      <dgm:prSet presAssocID="{64997F71-3744-48DD-8A89-9E8D5C826524}" presName="descendantText" presStyleLbl="alignAccFollow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8CCBC6D7-BB7B-4D06-9981-B012EBAA3145}" srcId="{A1707EAF-9CAA-49D4-9C40-3BAC30CDA70A}" destId="{7BB23C69-36CC-4241-8D0D-63CC60568DF6}" srcOrd="1" destOrd="0" parTransId="{B54EA12F-02EA-4989-91F4-2E3FE136A326}" sibTransId="{6B390894-5A17-4083-93F4-0B12200BDEC5}"/>
    <dgm:cxn modelId="{ACA47A65-1198-40AF-9067-92CED3211EFB}" type="presOf" srcId="{AF9ABDE5-06B5-4911-9EE3-1C0EA86D5DD2}" destId="{AF00AB8B-9787-45A1-BD6C-76A919FEF083}" srcOrd="0" destOrd="1" presId="urn:microsoft.com/office/officeart/2005/8/layout/vList5"/>
    <dgm:cxn modelId="{D5C8229D-F4A0-4DDE-AC6D-CBCF5A8694FF}" type="presOf" srcId="{7BB23C69-36CC-4241-8D0D-63CC60568DF6}" destId="{A65D0049-EE16-447F-AD99-180ABE76C08C}" srcOrd="0" destOrd="1" presId="urn:microsoft.com/office/officeart/2005/8/layout/vList5"/>
    <dgm:cxn modelId="{FE38CE45-4DB9-476A-8AB1-76F19C9BD2DD}" type="presOf" srcId="{A1707EAF-9CAA-49D4-9C40-3BAC30CDA70A}" destId="{4ED73D10-6D16-4126-8865-DA7E978F0D61}" srcOrd="0" destOrd="0" presId="urn:microsoft.com/office/officeart/2005/8/layout/vList5"/>
    <dgm:cxn modelId="{8FAAB676-BF59-4930-9DD9-6D07C53051E1}" type="presOf" srcId="{FBC9946A-4D33-4C91-9E71-8A0C6B6C77B4}" destId="{8A133A36-79F7-4BC7-945B-922FE7617651}" srcOrd="0" destOrd="1" presId="urn:microsoft.com/office/officeart/2005/8/layout/vList5"/>
    <dgm:cxn modelId="{00F6C316-1EE1-4795-8545-99F1FC64D2F6}" type="presOf" srcId="{64DE5619-F456-49C5-BE6B-7F40349AA730}" destId="{A65D0049-EE16-447F-AD99-180ABE76C08C}" srcOrd="0" destOrd="0" presId="urn:microsoft.com/office/officeart/2005/8/layout/vList5"/>
    <dgm:cxn modelId="{DEA4AAD6-4940-4FC1-BD18-6D97C3C2E2C7}" srcId="{F1870053-9902-4E3E-9285-8D57A9514727}" destId="{6AE314E5-1E20-45C9-9C60-D970F2C73761}" srcOrd="1" destOrd="0" parTransId="{DD047E79-26BB-4771-A4F5-4BEC5D8DFD2B}" sibTransId="{B420E07A-3F11-4CCB-9951-2EF3C818CBD0}"/>
    <dgm:cxn modelId="{677FE7A9-47BF-4F61-8657-DC225C3D3868}" type="presOf" srcId="{6AE314E5-1E20-45C9-9C60-D970F2C73761}" destId="{704BFB65-ED1F-421E-A4EE-FDBC5B87ABD0}" srcOrd="0" destOrd="0" presId="urn:microsoft.com/office/officeart/2005/8/layout/vList5"/>
    <dgm:cxn modelId="{94132C4D-71DC-4FD6-A0D8-28C977718750}" type="presOf" srcId="{1F3D03D5-EE3D-4806-87C4-A85A685DCF7C}" destId="{8A133A36-79F7-4BC7-945B-922FE7617651}" srcOrd="0" destOrd="0" presId="urn:microsoft.com/office/officeart/2005/8/layout/vList5"/>
    <dgm:cxn modelId="{D3329268-9C5E-4299-9937-1AA75C60A08B}" type="presOf" srcId="{64997F71-3744-48DD-8A89-9E8D5C826524}" destId="{F0CA1884-81DE-460A-BB3E-1E23FCE8D731}" srcOrd="0" destOrd="0" presId="urn:microsoft.com/office/officeart/2005/8/layout/vList5"/>
    <dgm:cxn modelId="{BE5509B3-225F-4607-BA1F-0B00721760D6}" srcId="{F1870053-9902-4E3E-9285-8D57A9514727}" destId="{64997F71-3744-48DD-8A89-9E8D5C826524}" srcOrd="2" destOrd="0" parTransId="{EC283AD6-78B5-481E-8A7E-A3AF73887EE6}" sibTransId="{B38F4116-F01E-4881-8EE7-1369FA285567}"/>
    <dgm:cxn modelId="{B08D0690-3B68-4E9C-973C-FCE18B6CB9C6}" type="presOf" srcId="{F1870053-9902-4E3E-9285-8D57A9514727}" destId="{A3D3ED5E-4ED4-436D-B783-3B974DC283C4}" srcOrd="0" destOrd="0" presId="urn:microsoft.com/office/officeart/2005/8/layout/vList5"/>
    <dgm:cxn modelId="{C71CAE51-0C57-4397-B7E0-7D4B5D0372A3}" srcId="{F1870053-9902-4E3E-9285-8D57A9514727}" destId="{A1707EAF-9CAA-49D4-9C40-3BAC30CDA70A}" srcOrd="0" destOrd="0" parTransId="{E498EF71-A487-4D35-9C14-EA1F81D83EDB}" sibTransId="{F2AC54AE-4B23-428A-A8BB-389A0FA27B63}"/>
    <dgm:cxn modelId="{F2BEFFDE-83FD-4DFA-B5F5-B9A52FE66B2F}" srcId="{A1707EAF-9CAA-49D4-9C40-3BAC30CDA70A}" destId="{64DE5619-F456-49C5-BE6B-7F40349AA730}" srcOrd="0" destOrd="0" parTransId="{B505F695-3A08-4CF9-8764-C108A4D1780E}" sibTransId="{47F8135A-D066-44DC-BB9C-FE5FB26FF485}"/>
    <dgm:cxn modelId="{55B1BE58-8172-47E3-8DAD-C32BB0F2353D}" type="presOf" srcId="{30979CE0-C5A4-46D6-BC46-B95F79F621EE}" destId="{A65D0049-EE16-447F-AD99-180ABE76C08C}" srcOrd="0" destOrd="2" presId="urn:microsoft.com/office/officeart/2005/8/layout/vList5"/>
    <dgm:cxn modelId="{0DB4A3DF-80A1-42D5-AE5F-C30611549F46}" srcId="{64997F71-3744-48DD-8A89-9E8D5C826524}" destId="{BA1734D9-6118-4B51-99E2-C3D21F85EACE}" srcOrd="0" destOrd="0" parTransId="{AA118C6F-F05E-4620-BC85-82CCCE94DC52}" sibTransId="{96969156-430A-4A09-9DA4-A32221B99660}"/>
    <dgm:cxn modelId="{D74C6BA5-4425-40CB-B973-19F91423A66D}" srcId="{64997F71-3744-48DD-8A89-9E8D5C826524}" destId="{AF9ABDE5-06B5-4911-9EE3-1C0EA86D5DD2}" srcOrd="1" destOrd="0" parTransId="{37E70735-F5D4-48C9-A554-9F869B5873E3}" sibTransId="{28FDB468-FCAC-46E9-808D-BD3983B7C0B3}"/>
    <dgm:cxn modelId="{DB80EF70-3882-43B8-BBDD-EBCCCAAD6EED}" srcId="{A1707EAF-9CAA-49D4-9C40-3BAC30CDA70A}" destId="{30979CE0-C5A4-46D6-BC46-B95F79F621EE}" srcOrd="2" destOrd="0" parTransId="{5CC46BD7-BD56-4441-83D5-EB688D50244E}" sibTransId="{EFBCDCBE-3BED-4EA3-AA37-FBCEF10F617D}"/>
    <dgm:cxn modelId="{BA6598F9-82A5-4D34-AD2B-984BA69E884D}" type="presOf" srcId="{BA1734D9-6118-4B51-99E2-C3D21F85EACE}" destId="{AF00AB8B-9787-45A1-BD6C-76A919FEF083}" srcOrd="0" destOrd="0" presId="urn:microsoft.com/office/officeart/2005/8/layout/vList5"/>
    <dgm:cxn modelId="{7ADB4390-2B51-4D8C-9132-B0E78087600B}" srcId="{6AE314E5-1E20-45C9-9C60-D970F2C73761}" destId="{1F3D03D5-EE3D-4806-87C4-A85A685DCF7C}" srcOrd="0" destOrd="0" parTransId="{EF0F311B-BE0B-4283-B2B8-B3F654E67A2A}" sibTransId="{EAB06B1F-81B3-4608-B3FE-8DC7ACE07E50}"/>
    <dgm:cxn modelId="{CE85B0A2-5987-4B3F-93BB-99B6F19249B8}" srcId="{6AE314E5-1E20-45C9-9C60-D970F2C73761}" destId="{FBC9946A-4D33-4C91-9E71-8A0C6B6C77B4}" srcOrd="1" destOrd="0" parTransId="{01F1A94D-AE8D-4AB8-A7A9-797605AB6267}" sibTransId="{BF33B499-3862-41D8-B10D-E847282BD218}"/>
    <dgm:cxn modelId="{3B71CDD8-DB78-446E-8FBD-23CA4830B9DC}" type="presParOf" srcId="{A3D3ED5E-4ED4-436D-B783-3B974DC283C4}" destId="{96418B06-846F-461A-8864-0281803ADAE4}" srcOrd="0" destOrd="0" presId="urn:microsoft.com/office/officeart/2005/8/layout/vList5"/>
    <dgm:cxn modelId="{4CD52CAE-ED8F-4D86-9C27-3334769F9633}" type="presParOf" srcId="{96418B06-846F-461A-8864-0281803ADAE4}" destId="{4ED73D10-6D16-4126-8865-DA7E978F0D61}" srcOrd="0" destOrd="0" presId="urn:microsoft.com/office/officeart/2005/8/layout/vList5"/>
    <dgm:cxn modelId="{54E6D738-6066-43DA-8D61-814CF69EBB8E}" type="presParOf" srcId="{96418B06-846F-461A-8864-0281803ADAE4}" destId="{A65D0049-EE16-447F-AD99-180ABE76C08C}" srcOrd="1" destOrd="0" presId="urn:microsoft.com/office/officeart/2005/8/layout/vList5"/>
    <dgm:cxn modelId="{44607364-4571-4787-B9C5-06B74D437779}" type="presParOf" srcId="{A3D3ED5E-4ED4-436D-B783-3B974DC283C4}" destId="{5A62F8EF-505E-4A14-BB6D-28D33293D10F}" srcOrd="1" destOrd="0" presId="urn:microsoft.com/office/officeart/2005/8/layout/vList5"/>
    <dgm:cxn modelId="{327D357C-A691-4711-9A01-971E13081D42}" type="presParOf" srcId="{A3D3ED5E-4ED4-436D-B783-3B974DC283C4}" destId="{539270A5-1217-444D-9E7C-E2BD19460918}" srcOrd="2" destOrd="0" presId="urn:microsoft.com/office/officeart/2005/8/layout/vList5"/>
    <dgm:cxn modelId="{F7A5A532-7623-4BB4-997A-DEEF576C2C86}" type="presParOf" srcId="{539270A5-1217-444D-9E7C-E2BD19460918}" destId="{704BFB65-ED1F-421E-A4EE-FDBC5B87ABD0}" srcOrd="0" destOrd="0" presId="urn:microsoft.com/office/officeart/2005/8/layout/vList5"/>
    <dgm:cxn modelId="{2F514564-CA46-473A-B353-858CC1719681}" type="presParOf" srcId="{539270A5-1217-444D-9E7C-E2BD19460918}" destId="{8A133A36-79F7-4BC7-945B-922FE7617651}" srcOrd="1" destOrd="0" presId="urn:microsoft.com/office/officeart/2005/8/layout/vList5"/>
    <dgm:cxn modelId="{FAE387EF-C820-40C7-A368-05D58B4B4C87}" type="presParOf" srcId="{A3D3ED5E-4ED4-436D-B783-3B974DC283C4}" destId="{57328A64-653F-4FA7-A443-52D0E7D4170A}" srcOrd="3" destOrd="0" presId="urn:microsoft.com/office/officeart/2005/8/layout/vList5"/>
    <dgm:cxn modelId="{2E9C17B5-8EBB-4807-AC69-6F536B6E24EC}" type="presParOf" srcId="{A3D3ED5E-4ED4-436D-B783-3B974DC283C4}" destId="{D1D48821-4042-44B1-BF9E-91FC15D42920}" srcOrd="4" destOrd="0" presId="urn:microsoft.com/office/officeart/2005/8/layout/vList5"/>
    <dgm:cxn modelId="{F8FB859F-A286-415F-BBA2-4DECC8747E3F}" type="presParOf" srcId="{D1D48821-4042-44B1-BF9E-91FC15D42920}" destId="{F0CA1884-81DE-460A-BB3E-1E23FCE8D731}" srcOrd="0" destOrd="0" presId="urn:microsoft.com/office/officeart/2005/8/layout/vList5"/>
    <dgm:cxn modelId="{26AF09C0-055F-400F-A293-86919CC97F49}" type="presParOf" srcId="{D1D48821-4042-44B1-BF9E-91FC15D42920}" destId="{AF00AB8B-9787-45A1-BD6C-76A919FEF083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9D24F0-8325-4FA1-A876-45122CA0694D}">
      <dsp:nvSpPr>
        <dsp:cNvPr id="0" name=""/>
        <dsp:cNvSpPr/>
      </dsp:nvSpPr>
      <dsp:spPr>
        <a:xfrm>
          <a:off x="0" y="9762"/>
          <a:ext cx="9720262" cy="127296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lvl="0" algn="l" defTabSz="14224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3200" kern="1200" dirty="0" smtClean="0"/>
            <a:t>Намаляваща раждаемост в България и демографска криза</a:t>
          </a:r>
          <a:endParaRPr lang="en-US" sz="3200" kern="1200" dirty="0"/>
        </a:p>
      </dsp:txBody>
      <dsp:txXfrm>
        <a:off x="62141" y="71903"/>
        <a:ext cx="9595980" cy="1148678"/>
      </dsp:txXfrm>
    </dsp:sp>
    <dsp:sp modelId="{5026FB98-62F5-460C-ADD5-3B8EA5012048}">
      <dsp:nvSpPr>
        <dsp:cNvPr id="0" name=""/>
        <dsp:cNvSpPr/>
      </dsp:nvSpPr>
      <dsp:spPr>
        <a:xfrm>
          <a:off x="0" y="1374882"/>
          <a:ext cx="9720262" cy="127296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lvl="0" algn="l" defTabSz="14224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3200" kern="1200" dirty="0" smtClean="0"/>
            <a:t>Промяна в семейните модели</a:t>
          </a:r>
          <a:endParaRPr lang="en-US" sz="3200" kern="1200" dirty="0"/>
        </a:p>
      </dsp:txBody>
      <dsp:txXfrm>
        <a:off x="62141" y="1437023"/>
        <a:ext cx="9595980" cy="1148678"/>
      </dsp:txXfrm>
    </dsp:sp>
    <dsp:sp modelId="{4CC63229-48CA-4CA9-8085-F38B78999954}">
      <dsp:nvSpPr>
        <dsp:cNvPr id="0" name=""/>
        <dsp:cNvSpPr/>
      </dsp:nvSpPr>
      <dsp:spPr>
        <a:xfrm>
          <a:off x="0" y="2740002"/>
          <a:ext cx="9720262" cy="127296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lvl="0" algn="l" defTabSz="14224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3200" kern="1200" smtClean="0"/>
            <a:t>Нарастване на извънбрачни раждания</a:t>
          </a:r>
          <a:endParaRPr lang="en-US" sz="3200" kern="1200"/>
        </a:p>
      </dsp:txBody>
      <dsp:txXfrm>
        <a:off x="62141" y="2802143"/>
        <a:ext cx="9595980" cy="114867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A5F7D5-6CEB-4363-8F36-440944C70C51}">
      <dsp:nvSpPr>
        <dsp:cNvPr id="0" name=""/>
        <dsp:cNvSpPr/>
      </dsp:nvSpPr>
      <dsp:spPr>
        <a:xfrm>
          <a:off x="1610836" y="270"/>
          <a:ext cx="3094476" cy="1856685"/>
        </a:xfrm>
        <a:prstGeom prst="rect">
          <a:avLst/>
        </a:prstGeom>
        <a:solidFill>
          <a:schemeClr val="accent2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lvl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300" kern="1200" dirty="0" smtClean="0"/>
            <a:t>Анализ на зависимостта между бракове и брачни/извънбрачни раждания</a:t>
          </a:r>
          <a:endParaRPr lang="en-US" sz="2300" kern="1200" dirty="0"/>
        </a:p>
      </dsp:txBody>
      <dsp:txXfrm>
        <a:off x="1610836" y="270"/>
        <a:ext cx="3094476" cy="1856685"/>
      </dsp:txXfrm>
    </dsp:sp>
    <dsp:sp modelId="{DBF0B5DB-64D2-4C90-88FD-EB8F0A46ACAA}">
      <dsp:nvSpPr>
        <dsp:cNvPr id="0" name=""/>
        <dsp:cNvSpPr/>
      </dsp:nvSpPr>
      <dsp:spPr>
        <a:xfrm>
          <a:off x="5014760" y="270"/>
          <a:ext cx="3094476" cy="1856685"/>
        </a:xfrm>
        <a:prstGeom prst="rect">
          <a:avLst/>
        </a:prstGeom>
        <a:solidFill>
          <a:schemeClr val="accent2">
            <a:alpha val="90000"/>
            <a:hueOff val="0"/>
            <a:satOff val="0"/>
            <a:lumOff val="0"/>
            <a:alphaOff val="-13333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lvl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300" kern="1200" smtClean="0"/>
            <a:t>Анализ на времево закъснение</a:t>
          </a:r>
          <a:endParaRPr lang="en-US" sz="2300" kern="1200"/>
        </a:p>
      </dsp:txBody>
      <dsp:txXfrm>
        <a:off x="5014760" y="270"/>
        <a:ext cx="3094476" cy="1856685"/>
      </dsp:txXfrm>
    </dsp:sp>
    <dsp:sp modelId="{B7B1F903-6335-45B1-9BC1-33EF8CDB8C7A}">
      <dsp:nvSpPr>
        <dsp:cNvPr id="0" name=""/>
        <dsp:cNvSpPr/>
      </dsp:nvSpPr>
      <dsp:spPr>
        <a:xfrm>
          <a:off x="1610836" y="2166403"/>
          <a:ext cx="3094476" cy="1856685"/>
        </a:xfrm>
        <a:prstGeom prst="rect">
          <a:avLst/>
        </a:prstGeom>
        <a:solidFill>
          <a:schemeClr val="accent2">
            <a:alpha val="90000"/>
            <a:hueOff val="0"/>
            <a:satOff val="0"/>
            <a:lumOff val="0"/>
            <a:alphaOff val="-26667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lvl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300" kern="1200" smtClean="0"/>
            <a:t>Сравнение между градове и села</a:t>
          </a:r>
          <a:endParaRPr lang="en-US" sz="2300" kern="1200"/>
        </a:p>
      </dsp:txBody>
      <dsp:txXfrm>
        <a:off x="1610836" y="2166403"/>
        <a:ext cx="3094476" cy="1856685"/>
      </dsp:txXfrm>
    </dsp:sp>
    <dsp:sp modelId="{89324C94-6643-4AF7-B747-0ECDCB7E8566}">
      <dsp:nvSpPr>
        <dsp:cNvPr id="0" name=""/>
        <dsp:cNvSpPr/>
      </dsp:nvSpPr>
      <dsp:spPr>
        <a:xfrm>
          <a:off x="5014760" y="2166403"/>
          <a:ext cx="3094476" cy="1856685"/>
        </a:xfrm>
        <a:prstGeom prst="rect">
          <a:avLst/>
        </a:prstGeom>
        <a:solidFill>
          <a:schemeClr val="accent2">
            <a:alpha val="90000"/>
            <a:hueOff val="0"/>
            <a:satOff val="0"/>
            <a:lumOff val="0"/>
            <a:alphaOff val="-40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lvl="0" algn="ctr" defTabSz="10223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300" kern="1200" smtClean="0"/>
            <a:t>Групиране на областите чрез клъстериране</a:t>
          </a:r>
          <a:endParaRPr lang="en-US" sz="2300" kern="1200"/>
        </a:p>
      </dsp:txBody>
      <dsp:txXfrm>
        <a:off x="5014760" y="2166403"/>
        <a:ext cx="3094476" cy="185668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F3CA0D-B00B-418C-B153-3AB15984366B}">
      <dsp:nvSpPr>
        <dsp:cNvPr id="0" name=""/>
        <dsp:cNvSpPr/>
      </dsp:nvSpPr>
      <dsp:spPr>
        <a:xfrm rot="5400000">
          <a:off x="-322968" y="324858"/>
          <a:ext cx="2153126" cy="1507188"/>
        </a:xfrm>
        <a:prstGeom prst="chevron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lvl="0" algn="ctr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3000" kern="1200" dirty="0" smtClean="0"/>
            <a:t>Формат</a:t>
          </a:r>
          <a:endParaRPr lang="en-US" sz="3000" kern="1200" dirty="0"/>
        </a:p>
      </dsp:txBody>
      <dsp:txXfrm rot="-5400000">
        <a:off x="1" y="755483"/>
        <a:ext cx="1507188" cy="645938"/>
      </dsp:txXfrm>
    </dsp:sp>
    <dsp:sp modelId="{EC2DECA2-3343-4145-9CE4-32032A300C79}">
      <dsp:nvSpPr>
        <dsp:cNvPr id="0" name=""/>
        <dsp:cNvSpPr/>
      </dsp:nvSpPr>
      <dsp:spPr>
        <a:xfrm rot="5400000">
          <a:off x="4913864" y="-3404786"/>
          <a:ext cx="1399532" cy="8212884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600" kern="1200" dirty="0" smtClean="0"/>
            <a:t>Различни начални редове</a:t>
          </a:r>
          <a:endParaRPr lang="en-US" sz="2600" kern="1200" dirty="0"/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600" kern="1200" dirty="0" smtClean="0"/>
            <a:t>Включени общини</a:t>
          </a:r>
          <a:endParaRPr lang="en-US" sz="2600" kern="1200" dirty="0"/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600" kern="1200" dirty="0" smtClean="0"/>
            <a:t>Областите имат общини със същото име</a:t>
          </a:r>
          <a:endParaRPr lang="en-US" sz="2600" kern="1200" dirty="0"/>
        </a:p>
      </dsp:txBody>
      <dsp:txXfrm rot="-5400000">
        <a:off x="1507188" y="70210"/>
        <a:ext cx="8144564" cy="1262892"/>
      </dsp:txXfrm>
    </dsp:sp>
    <dsp:sp modelId="{57FB0404-7A58-4775-8C9B-A6D2EB1ACEBE}">
      <dsp:nvSpPr>
        <dsp:cNvPr id="0" name=""/>
        <dsp:cNvSpPr/>
      </dsp:nvSpPr>
      <dsp:spPr>
        <a:xfrm rot="5400000">
          <a:off x="-322968" y="2191312"/>
          <a:ext cx="2153126" cy="1507188"/>
        </a:xfrm>
        <a:prstGeom prst="chevron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lvl="0" algn="ctr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3000" kern="1200" dirty="0" smtClean="0"/>
            <a:t>Метрики</a:t>
          </a:r>
          <a:endParaRPr lang="en-US" sz="3000" kern="1200" dirty="0"/>
        </a:p>
      </dsp:txBody>
      <dsp:txXfrm rot="-5400000">
        <a:off x="1" y="2621937"/>
        <a:ext cx="1507188" cy="645938"/>
      </dsp:txXfrm>
    </dsp:sp>
    <dsp:sp modelId="{88CF4C7B-F19D-4B83-88DC-FF02838C3540}">
      <dsp:nvSpPr>
        <dsp:cNvPr id="0" name=""/>
        <dsp:cNvSpPr/>
      </dsp:nvSpPr>
      <dsp:spPr>
        <a:xfrm rot="5400000">
          <a:off x="4913864" y="-1538332"/>
          <a:ext cx="1399532" cy="8212884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600" kern="1200" dirty="0" smtClean="0"/>
            <a:t>Стойностите отговарят на няколко фактора (година + местоположение +/- брачни/извънбрачни)</a:t>
          </a:r>
          <a:endParaRPr lang="en-US" sz="2600" kern="1200" dirty="0"/>
        </a:p>
        <a:p>
          <a:pPr marL="228600" lvl="1" indent="-228600" algn="l" defTabSz="11557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600" kern="1200" dirty="0" smtClean="0"/>
            <a:t>Различни метрики за раждаемост</a:t>
          </a:r>
          <a:endParaRPr lang="en-US" sz="2600" kern="1200" dirty="0"/>
        </a:p>
      </dsp:txBody>
      <dsp:txXfrm rot="-5400000">
        <a:off x="1507188" y="1936664"/>
        <a:ext cx="8144564" cy="126289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F3CA0D-B00B-418C-B153-3AB15984366B}">
      <dsp:nvSpPr>
        <dsp:cNvPr id="0" name=""/>
        <dsp:cNvSpPr/>
      </dsp:nvSpPr>
      <dsp:spPr>
        <a:xfrm rot="5400000">
          <a:off x="-322968" y="324858"/>
          <a:ext cx="2153126" cy="1507188"/>
        </a:xfrm>
        <a:prstGeom prst="chevron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lvl="0" algn="ctr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3000" kern="1200" dirty="0" smtClean="0"/>
            <a:t>Формат</a:t>
          </a:r>
          <a:endParaRPr lang="en-US" sz="3000" kern="1200" dirty="0"/>
        </a:p>
      </dsp:txBody>
      <dsp:txXfrm rot="-5400000">
        <a:off x="1" y="755483"/>
        <a:ext cx="1507188" cy="645938"/>
      </dsp:txXfrm>
    </dsp:sp>
    <dsp:sp modelId="{EC2DECA2-3343-4145-9CE4-32032A300C79}">
      <dsp:nvSpPr>
        <dsp:cNvPr id="0" name=""/>
        <dsp:cNvSpPr/>
      </dsp:nvSpPr>
      <dsp:spPr>
        <a:xfrm rot="5400000">
          <a:off x="4913864" y="-3404786"/>
          <a:ext cx="1399532" cy="8212884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4696" tIns="20955" rIns="20955" bIns="20955" numCol="1" spcCol="1270" anchor="ctr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3300" kern="1200" dirty="0" smtClean="0"/>
            <a:t>Динамично намиране на начални редове</a:t>
          </a:r>
          <a:endParaRPr lang="en-US" sz="3300" kern="1200" dirty="0"/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3300" kern="1200" dirty="0" smtClean="0"/>
            <a:t>Филтриране на общините</a:t>
          </a:r>
          <a:endParaRPr lang="en-US" sz="3300" kern="1200" dirty="0"/>
        </a:p>
      </dsp:txBody>
      <dsp:txXfrm rot="-5400000">
        <a:off x="1507188" y="70210"/>
        <a:ext cx="8144564" cy="1262892"/>
      </dsp:txXfrm>
    </dsp:sp>
    <dsp:sp modelId="{57FB0404-7A58-4775-8C9B-A6D2EB1ACEBE}">
      <dsp:nvSpPr>
        <dsp:cNvPr id="0" name=""/>
        <dsp:cNvSpPr/>
      </dsp:nvSpPr>
      <dsp:spPr>
        <a:xfrm rot="5400000">
          <a:off x="-322968" y="2191312"/>
          <a:ext cx="2153126" cy="1507188"/>
        </a:xfrm>
        <a:prstGeom prst="chevron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lvl="0" algn="ctr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3000" kern="1200" dirty="0" smtClean="0"/>
            <a:t>Метрики</a:t>
          </a:r>
          <a:endParaRPr lang="en-US" sz="3000" kern="1200" dirty="0"/>
        </a:p>
      </dsp:txBody>
      <dsp:txXfrm rot="-5400000">
        <a:off x="1" y="2621937"/>
        <a:ext cx="1507188" cy="645938"/>
      </dsp:txXfrm>
    </dsp:sp>
    <dsp:sp modelId="{88CF4C7B-F19D-4B83-88DC-FF02838C3540}">
      <dsp:nvSpPr>
        <dsp:cNvPr id="0" name=""/>
        <dsp:cNvSpPr/>
      </dsp:nvSpPr>
      <dsp:spPr>
        <a:xfrm rot="5400000">
          <a:off x="4913864" y="-1538332"/>
          <a:ext cx="1399532" cy="8212884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34696" tIns="20955" rIns="20955" bIns="20955" numCol="1" spcCol="1270" anchor="ctr" anchorCtr="0">
          <a:noAutofit/>
        </a:bodyPr>
        <a:lstStyle/>
        <a:p>
          <a:pPr marL="285750" lvl="1" indent="-285750" algn="l" defTabSz="1466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3300" kern="1200" dirty="0" smtClean="0"/>
            <a:t>Уеднаквяване на метриките</a:t>
          </a:r>
          <a:endParaRPr lang="en-US" sz="3300" kern="1200" dirty="0"/>
        </a:p>
        <a:p>
          <a:pPr marL="285750" lvl="1" indent="-285750" algn="l" defTabSz="14668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3300" kern="1200" dirty="0" smtClean="0"/>
            <a:t>Три файла за раждаемост</a:t>
          </a:r>
          <a:endParaRPr lang="en-US" sz="3300" kern="1200" dirty="0"/>
        </a:p>
      </dsp:txBody>
      <dsp:txXfrm rot="-5400000">
        <a:off x="1507188" y="1936664"/>
        <a:ext cx="8144564" cy="126289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5D0049-EE16-447F-AD99-180ABE76C08C}">
      <dsp:nvSpPr>
        <dsp:cNvPr id="0" name=""/>
        <dsp:cNvSpPr/>
      </dsp:nvSpPr>
      <dsp:spPr>
        <a:xfrm rot="5400000">
          <a:off x="6857777" y="-2786227"/>
          <a:ext cx="1126053" cy="6984286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000" kern="1200" dirty="0" smtClean="0"/>
            <a:t>Бракове &lt;-&gt; раждания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000" kern="1200" dirty="0" smtClean="0"/>
            <a:t>Бракове &lt;-&gt; брачни раждания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000" kern="1200" dirty="0" smtClean="0"/>
            <a:t>Бракове &lt;-&gt; извънбрачни раждания</a:t>
          </a:r>
          <a:endParaRPr lang="en-US" sz="2000" kern="1200" dirty="0"/>
        </a:p>
      </dsp:txBody>
      <dsp:txXfrm rot="-5400000">
        <a:off x="3928661" y="197858"/>
        <a:ext cx="6929317" cy="1016115"/>
      </dsp:txXfrm>
    </dsp:sp>
    <dsp:sp modelId="{4ED73D10-6D16-4126-8865-DA7E978F0D61}">
      <dsp:nvSpPr>
        <dsp:cNvPr id="0" name=""/>
        <dsp:cNvSpPr/>
      </dsp:nvSpPr>
      <dsp:spPr>
        <a:xfrm>
          <a:off x="0" y="2132"/>
          <a:ext cx="3928661" cy="1407566"/>
        </a:xfrm>
        <a:prstGeom prst="roundRect">
          <a:avLst/>
        </a:prstGeom>
        <a:solidFill>
          <a:schemeClr val="accent2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76200" rIns="152400" bIns="76200" numCol="1" spcCol="1270" anchor="ctr" anchorCtr="0">
          <a:noAutofit/>
        </a:bodyPr>
        <a:lstStyle/>
        <a:p>
          <a:pPr lvl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4000" kern="1200" dirty="0" err="1" smtClean="0"/>
            <a:t>Корелационен</a:t>
          </a:r>
          <a:r>
            <a:rPr lang="bg-BG" sz="4000" kern="1200" dirty="0" smtClean="0"/>
            <a:t> анализ</a:t>
          </a:r>
          <a:endParaRPr lang="en-US" sz="4000" kern="1200" dirty="0"/>
        </a:p>
      </dsp:txBody>
      <dsp:txXfrm>
        <a:off x="68712" y="70844"/>
        <a:ext cx="3791237" cy="1270142"/>
      </dsp:txXfrm>
    </dsp:sp>
    <dsp:sp modelId="{8A133A36-79F7-4BC7-945B-922FE7617651}">
      <dsp:nvSpPr>
        <dsp:cNvPr id="0" name=""/>
        <dsp:cNvSpPr/>
      </dsp:nvSpPr>
      <dsp:spPr>
        <a:xfrm rot="5400000">
          <a:off x="6857777" y="-1308281"/>
          <a:ext cx="1126053" cy="6984286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000" kern="1200" dirty="0" smtClean="0"/>
            <a:t>До 5 години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000" kern="1200" dirty="0" smtClean="0"/>
            <a:t>За България и области – общо, градове, села</a:t>
          </a:r>
          <a:endParaRPr lang="en-US" sz="2000" kern="1200" dirty="0"/>
        </a:p>
      </dsp:txBody>
      <dsp:txXfrm rot="-5400000">
        <a:off x="3928661" y="1675804"/>
        <a:ext cx="6929317" cy="1016115"/>
      </dsp:txXfrm>
    </dsp:sp>
    <dsp:sp modelId="{704BFB65-ED1F-421E-A4EE-FDBC5B87ABD0}">
      <dsp:nvSpPr>
        <dsp:cNvPr id="0" name=""/>
        <dsp:cNvSpPr/>
      </dsp:nvSpPr>
      <dsp:spPr>
        <a:xfrm>
          <a:off x="0" y="1480078"/>
          <a:ext cx="3928661" cy="1407566"/>
        </a:xfrm>
        <a:prstGeom prst="roundRect">
          <a:avLst/>
        </a:prstGeom>
        <a:solidFill>
          <a:schemeClr val="accent2">
            <a:alpha val="90000"/>
            <a:hueOff val="0"/>
            <a:satOff val="0"/>
            <a:lumOff val="0"/>
            <a:alphaOff val="-20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76200" rIns="152400" bIns="76200" numCol="1" spcCol="1270" anchor="ctr" anchorCtr="0">
          <a:noAutofit/>
        </a:bodyPr>
        <a:lstStyle/>
        <a:p>
          <a:pPr lvl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4000" kern="1200" dirty="0" smtClean="0"/>
            <a:t>Изместване във времето</a:t>
          </a:r>
          <a:endParaRPr lang="en-US" sz="4000" kern="1200" dirty="0"/>
        </a:p>
      </dsp:txBody>
      <dsp:txXfrm>
        <a:off x="68712" y="1548790"/>
        <a:ext cx="3791237" cy="1270142"/>
      </dsp:txXfrm>
    </dsp:sp>
    <dsp:sp modelId="{AF00AB8B-9787-45A1-BD6C-76A919FEF083}">
      <dsp:nvSpPr>
        <dsp:cNvPr id="0" name=""/>
        <dsp:cNvSpPr/>
      </dsp:nvSpPr>
      <dsp:spPr>
        <a:xfrm rot="5400000">
          <a:off x="6857777" y="169663"/>
          <a:ext cx="1126053" cy="6984286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000" kern="1200" dirty="0" smtClean="0"/>
            <a:t>Динамичен брой клъстери</a:t>
          </a:r>
          <a:endParaRPr lang="en-US" sz="2000" kern="1200" dirty="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bg-BG" sz="2000" kern="1200" dirty="0" smtClean="0"/>
            <a:t>Метрики: най-силни корелации и съответно изместване; дял на извънбрачни деца</a:t>
          </a:r>
          <a:endParaRPr lang="en-US" sz="2000" kern="1200" dirty="0"/>
        </a:p>
      </dsp:txBody>
      <dsp:txXfrm rot="-5400000">
        <a:off x="3928661" y="3153749"/>
        <a:ext cx="6929317" cy="1016115"/>
      </dsp:txXfrm>
    </dsp:sp>
    <dsp:sp modelId="{F0CA1884-81DE-460A-BB3E-1E23FCE8D731}">
      <dsp:nvSpPr>
        <dsp:cNvPr id="0" name=""/>
        <dsp:cNvSpPr/>
      </dsp:nvSpPr>
      <dsp:spPr>
        <a:xfrm>
          <a:off x="0" y="2958023"/>
          <a:ext cx="3928661" cy="1407566"/>
        </a:xfrm>
        <a:prstGeom prst="roundRect">
          <a:avLst/>
        </a:prstGeom>
        <a:solidFill>
          <a:schemeClr val="accent2">
            <a:alpha val="90000"/>
            <a:hueOff val="0"/>
            <a:satOff val="0"/>
            <a:lumOff val="0"/>
            <a:alphaOff val="-40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76200" rIns="152400" bIns="76200" numCol="1" spcCol="1270" anchor="ctr" anchorCtr="0">
          <a:noAutofit/>
        </a:bodyPr>
        <a:lstStyle/>
        <a:p>
          <a:pPr lvl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bg-BG" sz="4000" kern="1200" dirty="0" smtClean="0"/>
            <a:t>Йерархично </a:t>
          </a:r>
          <a:r>
            <a:rPr lang="bg-BG" sz="4000" kern="1200" dirty="0" err="1" smtClean="0"/>
            <a:t>клъстериране</a:t>
          </a:r>
          <a:endParaRPr lang="en-US" sz="4000" kern="1200" dirty="0"/>
        </a:p>
      </dsp:txBody>
      <dsp:txXfrm>
        <a:off x="68712" y="3026735"/>
        <a:ext cx="3791237" cy="12701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3A4F8D-EAFB-4A5F-B395-80EBAFDE6F5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E17B71-77B1-42A5-88DD-6D5B7F3C3B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138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70B9ED-D482-417E-8776-04320C7788CE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6B899B-1D59-467E-88A3-0B7C22B034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2594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56B899B-1D59-467E-88A3-0B7C22B0344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829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6AD6EE87-EBD5-4F12-A48A-63ACA297AC8F}" type="datetimeFigureOut">
              <a:rPr lang="en-US" dirty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3794B-289A-4A80-97D7-111025398D45}" type="datetimeFigureOut">
              <a:rPr lang="en-US" dirty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1015F-7CC6-4D0A-9D87-873EA4C304CC}" type="datetimeFigureOut">
              <a:rPr lang="en-US" dirty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6A301-0538-44EC-B09D-202E1042A48B}" type="datetimeFigureOut">
              <a:rPr lang="en-US" dirty="0"/>
              <a:t>6/16/2026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9574A-8875-45EF-8EA2-3CAA0F7ABC4C}" type="datetimeFigureOut">
              <a:rPr lang="en-US" dirty="0"/>
              <a:t>6/16/2026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F4D4C-5367-4C26-9E2B-D8088D7FCA81}" type="datetimeFigureOut">
              <a:rPr lang="en-US" dirty="0"/>
              <a:t>6/16/2026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91E96-98B0-4413-9547-46F3504108EF}" type="datetimeFigureOut">
              <a:rPr lang="en-US" dirty="0"/>
              <a:t>6/16/2026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68B11-C5A8-448C-8CE9-B1A273C79CFC}" type="datetimeFigureOut">
              <a:rPr lang="en-US" dirty="0"/>
              <a:t>6/16/2026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dirty="0"/>
              <a:t>6/16/2026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73815-2707-4475-8F1A-B873CB631BB4}" type="datetimeFigureOut">
              <a:rPr lang="en-US" dirty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AFB99-0EAB-4182-AFF8-E214C82A68F6}" type="datetimeFigureOut">
              <a:rPr lang="en-US" dirty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dirty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90298CD5-6C1E-4009-B41F-6DF62E31D3BE}" type="datetimeFigureOut">
              <a:rPr lang="en-US" dirty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43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31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45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025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71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bg-BG" dirty="0" smtClean="0"/>
              <a:t>връзка </a:t>
            </a:r>
            <a:r>
              <a:rPr lang="bg-BG" dirty="0" smtClean="0"/>
              <a:t>между бракове и раждания в </a:t>
            </a:r>
            <a:r>
              <a:rPr lang="bg-BG" dirty="0" smtClean="0"/>
              <a:t>България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bg-BG" dirty="0" smtClean="0"/>
              <a:t>Стефани Арабаджиева</a:t>
            </a:r>
          </a:p>
          <a:p>
            <a:r>
              <a:rPr lang="bg-BG" dirty="0" smtClean="0"/>
              <a:t>НБУ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Идея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Мотивация</a:t>
            </a:r>
          </a:p>
          <a:p>
            <a:r>
              <a:rPr lang="bg-BG" dirty="0" smtClean="0"/>
              <a:t>Цел</a:t>
            </a:r>
          </a:p>
          <a:p>
            <a:r>
              <a:rPr lang="bg-BG" dirty="0" smtClean="0"/>
              <a:t>Данни</a:t>
            </a:r>
            <a:endParaRPr lang="bg-BG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mtClean="0"/>
              <a:t>Мотивация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7683606"/>
              </p:ext>
            </p:extLst>
          </p:nvPr>
        </p:nvGraphicFramePr>
        <p:xfrm>
          <a:off x="1023938" y="2286000"/>
          <a:ext cx="9720262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Цел</a:t>
            </a:r>
            <a:endParaRPr lang="en-US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651491"/>
              </p:ext>
            </p:extLst>
          </p:nvPr>
        </p:nvGraphicFramePr>
        <p:xfrm>
          <a:off x="1024128" y="2286000"/>
          <a:ext cx="9720073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891505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данни</a:t>
            </a:r>
            <a:endParaRPr lang="en-US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5743740" y="2712652"/>
            <a:ext cx="6268151" cy="2608941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3"/>
          <a:srcRect r="26320"/>
          <a:stretch/>
        </p:blipFill>
        <p:spPr>
          <a:xfrm>
            <a:off x="783413" y="1976493"/>
            <a:ext cx="4478543" cy="229017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4"/>
          <a:srcRect r="22519"/>
          <a:stretch/>
        </p:blipFill>
        <p:spPr>
          <a:xfrm>
            <a:off x="783413" y="4512628"/>
            <a:ext cx="4719612" cy="208311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506989" y="5949414"/>
            <a:ext cx="25049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bg-BG" dirty="0" smtClean="0"/>
              <a:t>НСИ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bg-BG" dirty="0" smtClean="0"/>
              <a:t>Период: 2010-2025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Обработка на данни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Предизвикателства</a:t>
            </a:r>
          </a:p>
          <a:p>
            <a:r>
              <a:rPr lang="bg-BG" dirty="0" smtClean="0"/>
              <a:t>Обработка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предизвикателства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67799581"/>
              </p:ext>
            </p:extLst>
          </p:nvPr>
        </p:nvGraphicFramePr>
        <p:xfrm>
          <a:off x="1024128" y="2286000"/>
          <a:ext cx="9720073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Решение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63572288"/>
              </p:ext>
            </p:extLst>
          </p:nvPr>
        </p:nvGraphicFramePr>
        <p:xfrm>
          <a:off x="1024128" y="2286000"/>
          <a:ext cx="9720073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12976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Краен резултат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73980" y="822325"/>
            <a:ext cx="4360528" cy="5184775"/>
          </a:xfrm>
          <a:prstGeom prst="rect">
            <a:avLst/>
          </a:prstGeom>
        </p:spPr>
      </p:pic>
      <p:sp>
        <p:nvSpPr>
          <p:cNvPr id="6" name="Text Placeholder 5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bg-BG" dirty="0" smtClean="0"/>
              <a:t>Данните са обработени и подредени. Създадени а уеднаквени </a:t>
            </a:r>
            <a:r>
              <a:rPr lang="en-US" dirty="0" smtClean="0"/>
              <a:t>csv </a:t>
            </a:r>
            <a:r>
              <a:rPr lang="bg-BG" dirty="0" smtClean="0"/>
              <a:t>файлове, които да анализираме.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46311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Краен резултат (примери)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Бракове и население</a:t>
            </a:r>
            <a:endParaRPr lang="en-US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23938" y="3445874"/>
            <a:ext cx="4754562" cy="2384015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bg-BG" dirty="0" smtClean="0"/>
              <a:t>Раждаемост: брачни/извънбрачни/всички</a:t>
            </a:r>
            <a:endParaRPr lang="en-US" dirty="0"/>
          </a:p>
        </p:txBody>
      </p:sp>
      <p:pic>
        <p:nvPicPr>
          <p:cNvPr id="11" name="Content Placeholder 10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5991225" y="3145722"/>
            <a:ext cx="4754563" cy="29843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Анализ на данни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Методи</a:t>
            </a:r>
          </a:p>
          <a:p>
            <a:r>
              <a:rPr lang="bg-BG" dirty="0" smtClean="0"/>
              <a:t>Графики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Използвани методи</a:t>
            </a:r>
            <a:endParaRPr lang="en-US" dirty="0"/>
          </a:p>
        </p:txBody>
      </p:sp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1969952237"/>
              </p:ext>
            </p:extLst>
          </p:nvPr>
        </p:nvGraphicFramePr>
        <p:xfrm>
          <a:off x="1024128" y="2084832"/>
          <a:ext cx="10912948" cy="43677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80807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GB" dirty="0" smtClean="0"/>
              <a:t>Национални тенденции</a:t>
            </a:r>
            <a:endParaRPr lang="bg-BG" altLang="en-GB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765" y="1995054"/>
            <a:ext cx="9094435" cy="454721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Национални тенденции</a:t>
            </a:r>
            <a:endParaRPr lang="bg-BG" alt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altLang="en-GB" dirty="0"/>
              <a:t>Градове</a:t>
            </a:r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255" y="3449320"/>
            <a:ext cx="4754880" cy="2377440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bg-BG" altLang="en-GB" dirty="0"/>
              <a:t>Села</a:t>
            </a:r>
          </a:p>
        </p:txBody>
      </p:sp>
      <p:pic>
        <p:nvPicPr>
          <p:cNvPr id="11" name="Content Placeholder 10"/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590" y="3449320"/>
            <a:ext cx="4754880" cy="23774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Зависимост с изместване във времето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167" y="2453592"/>
            <a:ext cx="11261665" cy="402202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/>
              <a:t>Зависимост с изместване във времето</a:t>
            </a:r>
            <a:endParaRPr lang="bg-BG" alt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>
          <a:xfrm>
            <a:off x="882812" y="2725960"/>
            <a:ext cx="3777996" cy="822960"/>
          </a:xfrm>
        </p:spPr>
        <p:txBody>
          <a:bodyPr/>
          <a:lstStyle/>
          <a:p>
            <a:pPr algn="r"/>
            <a:r>
              <a:rPr lang="bg-BG" altLang="en-GB" dirty="0"/>
              <a:t>Градове</a:t>
            </a: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0808" y="2048321"/>
            <a:ext cx="6099066" cy="2178238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>
          <a:xfrm>
            <a:off x="945062" y="4996203"/>
            <a:ext cx="3715746" cy="822960"/>
          </a:xfrm>
        </p:spPr>
        <p:txBody>
          <a:bodyPr/>
          <a:lstStyle/>
          <a:p>
            <a:pPr algn="r"/>
            <a:r>
              <a:rPr lang="bg-BG" altLang="en-GB" dirty="0"/>
              <a:t>Села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0808" y="4321363"/>
            <a:ext cx="6083392" cy="21726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областен анализ на зависимости през годините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9316" y="2302784"/>
            <a:ext cx="7893368" cy="4305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086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областен </a:t>
            </a:r>
            <a:r>
              <a:rPr lang="bg-BG" altLang="en-US" dirty="0"/>
              <a:t>анализ на зависимости през годините</a:t>
            </a:r>
            <a:endParaRPr lang="bg-BG" alt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>
          <a:xfrm>
            <a:off x="343678" y="2179636"/>
            <a:ext cx="5615620" cy="822960"/>
          </a:xfrm>
        </p:spPr>
        <p:txBody>
          <a:bodyPr/>
          <a:lstStyle/>
          <a:p>
            <a:pPr algn="ctr"/>
            <a:r>
              <a:rPr lang="bg-BG" altLang="en-GB" dirty="0"/>
              <a:t>Градове</a:t>
            </a: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678" y="3002595"/>
            <a:ext cx="5615619" cy="3063065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>
          <a:xfrm>
            <a:off x="6226232" y="2179636"/>
            <a:ext cx="5615619" cy="822960"/>
          </a:xfrm>
        </p:spPr>
        <p:txBody>
          <a:bodyPr/>
          <a:lstStyle/>
          <a:p>
            <a:pPr algn="ctr"/>
            <a:r>
              <a:rPr lang="bg-BG" altLang="en-GB" dirty="0"/>
              <a:t>Села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233" y="3002595"/>
            <a:ext cx="5615620" cy="3063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43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Дял на извънбрачни деца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937" y="2003525"/>
            <a:ext cx="8888125" cy="444406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/>
              <a:t>Дял на извънбрачни деца</a:t>
            </a:r>
            <a:endParaRPr lang="bg-BG" alt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>
          <a:xfrm>
            <a:off x="399011" y="2197961"/>
            <a:ext cx="5629506" cy="984259"/>
          </a:xfrm>
        </p:spPr>
        <p:txBody>
          <a:bodyPr/>
          <a:lstStyle/>
          <a:p>
            <a:pPr algn="ctr"/>
            <a:r>
              <a:rPr lang="bg-BG" altLang="en-GB" dirty="0"/>
              <a:t>Градове</a:t>
            </a: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687" y="3449318"/>
            <a:ext cx="5686830" cy="2843415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>
          <a:xfrm>
            <a:off x="6154189" y="2197960"/>
            <a:ext cx="5629506" cy="984259"/>
          </a:xfrm>
        </p:spPr>
        <p:txBody>
          <a:bodyPr/>
          <a:lstStyle/>
          <a:p>
            <a:pPr algn="ctr"/>
            <a:r>
              <a:rPr lang="bg-BG" altLang="en-GB" dirty="0" smtClean="0"/>
              <a:t>Села</a:t>
            </a:r>
            <a:endParaRPr lang="bg-BG" altLang="en-GB" dirty="0"/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4189" y="3449319"/>
            <a:ext cx="5686830" cy="28434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err="1" smtClean="0"/>
              <a:t>Дендрограма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0378" y="2084832"/>
            <a:ext cx="8911243" cy="4455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859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err="1"/>
              <a:t>Дендрограма</a:t>
            </a:r>
            <a:endParaRPr lang="bg-BG" alt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>
          <a:xfrm>
            <a:off x="1352088" y="2016629"/>
            <a:ext cx="4754880" cy="822960"/>
          </a:xfrm>
        </p:spPr>
        <p:txBody>
          <a:bodyPr/>
          <a:lstStyle/>
          <a:p>
            <a:pPr algn="r"/>
            <a:r>
              <a:rPr lang="bg-BG" altLang="en-GB" dirty="0"/>
              <a:t>Градове</a:t>
            </a: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6968" y="1517323"/>
            <a:ext cx="6085032" cy="3042516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>
          <a:xfrm>
            <a:off x="6106968" y="5579772"/>
            <a:ext cx="4754880" cy="822960"/>
          </a:xfrm>
        </p:spPr>
        <p:txBody>
          <a:bodyPr/>
          <a:lstStyle/>
          <a:p>
            <a:r>
              <a:rPr lang="bg-BG" altLang="en-GB" dirty="0"/>
              <a:t>Села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56905"/>
            <a:ext cx="6106968" cy="3053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022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err="1" smtClean="0"/>
              <a:t>Скатър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913" y="1750661"/>
            <a:ext cx="6384174" cy="510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165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err="1"/>
              <a:t>Скатър</a:t>
            </a:r>
            <a:endParaRPr lang="bg-BG" alt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>
          <a:xfrm>
            <a:off x="544196" y="1917823"/>
            <a:ext cx="4754880" cy="507985"/>
          </a:xfrm>
        </p:spPr>
        <p:txBody>
          <a:bodyPr/>
          <a:lstStyle/>
          <a:p>
            <a:r>
              <a:rPr lang="bg-BG" altLang="en-GB" dirty="0"/>
              <a:t>Градове</a:t>
            </a: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196" y="2416557"/>
            <a:ext cx="5551804" cy="4441443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>
          <a:xfrm>
            <a:off x="6325947" y="1934410"/>
            <a:ext cx="4754880" cy="474810"/>
          </a:xfrm>
        </p:spPr>
        <p:txBody>
          <a:bodyPr/>
          <a:lstStyle/>
          <a:p>
            <a:r>
              <a:rPr lang="bg-BG" altLang="en-GB" dirty="0"/>
              <a:t>Села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5947" y="2425809"/>
            <a:ext cx="5536315" cy="442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204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Профили на клъстери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159" y="2286159"/>
            <a:ext cx="6436867" cy="4023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5611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/>
              <a:t>Профили на клъстери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altLang="en-GB"/>
              <a:t>Градове</a:t>
            </a: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9743" y="3449320"/>
            <a:ext cx="3803904" cy="2377440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bg-BG" altLang="en-GB"/>
              <a:t>Села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078" y="3449320"/>
            <a:ext cx="3803904" cy="2377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586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 smtClean="0"/>
              <a:t>Характеристики на области</a:t>
            </a:r>
            <a:endParaRPr lang="bg-BG" altLang="en-US" dirty="0"/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2071" y="2286159"/>
            <a:ext cx="4023042" cy="4023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485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altLang="en-US" dirty="0"/>
              <a:t>Характеристики на области</a:t>
            </a:r>
            <a:endParaRPr lang="bg-BG" alt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altLang="en-GB"/>
              <a:t>Градове</a:t>
            </a:r>
          </a:p>
        </p:txBody>
      </p:sp>
      <p:pic>
        <p:nvPicPr>
          <p:cNvPr id="2" name="Content Placeholder 1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2534" y="2867889"/>
            <a:ext cx="3782291" cy="3782291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bg-BG" altLang="en-GB"/>
              <a:t>Села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887" y="2867888"/>
            <a:ext cx="3784879" cy="3784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173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Заключение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Изводи</a:t>
            </a:r>
          </a:p>
          <a:p>
            <a:r>
              <a:rPr lang="bg-BG" dirty="0" smtClean="0"/>
              <a:t>Ограничения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Основни изводи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Наблюдава се зависимост между бракове и раждания.Връзката е различна за градове и села.Извънбрачните раждания имат различен модел.Областите могат да бъдат групирани в сходни демографски профили.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476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ограничения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Корелацията не доказва причинност.Данните са агрегирани.Налични са и други фактори.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8448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7354" y="2826327"/>
            <a:ext cx="3865418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bg-BG" sz="5400" dirty="0" smtClean="0">
                <a:latin typeface="+mj-lt"/>
              </a:rPr>
              <a:t>БЛАГОДАРЯ</a:t>
            </a: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78079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Integral">
    <a:dk1>
      <a:srgbClr val="2E2B21"/>
    </a:dk1>
    <a:lt1>
      <a:srgbClr val="FFFFFF"/>
    </a:lt1>
    <a:dk2>
      <a:srgbClr val="605B4F"/>
    </a:dk2>
    <a:lt2>
      <a:srgbClr val="D8D6BE"/>
    </a:lt2>
    <a:accent1>
      <a:srgbClr val="A9A57C"/>
    </a:accent1>
    <a:accent2>
      <a:srgbClr val="9CBEBD"/>
    </a:accent2>
    <a:accent3>
      <a:srgbClr val="D2CB6C"/>
    </a:accent3>
    <a:accent4>
      <a:srgbClr val="95A39D"/>
    </a:accent4>
    <a:accent5>
      <a:srgbClr val="C89F5D"/>
    </a:accent5>
    <a:accent6>
      <a:srgbClr val="B1A089"/>
    </a:accent6>
    <a:hlink>
      <a:srgbClr val="D25814"/>
    </a:hlink>
    <a:folHlink>
      <a:srgbClr val="849A0A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420</TotalTime>
  <Words>304</Words>
  <Application>Microsoft Office PowerPoint</Application>
  <PresentationFormat>Widescreen</PresentationFormat>
  <Paragraphs>97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Arial</vt:lpstr>
      <vt:lpstr>Calibri</vt:lpstr>
      <vt:lpstr>Tw Cen MT</vt:lpstr>
      <vt:lpstr>Tw Cen MT Condensed</vt:lpstr>
      <vt:lpstr>Wingdings</vt:lpstr>
      <vt:lpstr>Wingdings 3</vt:lpstr>
      <vt:lpstr>Integral</vt:lpstr>
      <vt:lpstr>връзка между бракове и раждания в България</vt:lpstr>
      <vt:lpstr>Идея</vt:lpstr>
      <vt:lpstr>Мотивация</vt:lpstr>
      <vt:lpstr>Цел</vt:lpstr>
      <vt:lpstr>данни</vt:lpstr>
      <vt:lpstr>Обработка на данни</vt:lpstr>
      <vt:lpstr>предизвикателства</vt:lpstr>
      <vt:lpstr>Решение</vt:lpstr>
      <vt:lpstr>Краен резултат</vt:lpstr>
      <vt:lpstr>Краен резултат (примери)</vt:lpstr>
      <vt:lpstr>Анализ на данни</vt:lpstr>
      <vt:lpstr>Използвани методи</vt:lpstr>
      <vt:lpstr>Национални тенденции</vt:lpstr>
      <vt:lpstr>Национални тенденции</vt:lpstr>
      <vt:lpstr>Зависимост с изместване във времето</vt:lpstr>
      <vt:lpstr>Зависимост с изместване във времето</vt:lpstr>
      <vt:lpstr>областен анализ на зависимости през годините</vt:lpstr>
      <vt:lpstr>областен анализ на зависимости през годините</vt:lpstr>
      <vt:lpstr>Дял на извънбрачни деца</vt:lpstr>
      <vt:lpstr>Дял на извънбрачни деца</vt:lpstr>
      <vt:lpstr>Дендрограма</vt:lpstr>
      <vt:lpstr>Дендрограма</vt:lpstr>
      <vt:lpstr>Скатър</vt:lpstr>
      <vt:lpstr>Скатър</vt:lpstr>
      <vt:lpstr>Профили на клъстери</vt:lpstr>
      <vt:lpstr>Профили на клъстери</vt:lpstr>
      <vt:lpstr>Характеристики на области</vt:lpstr>
      <vt:lpstr>Характеристики на области</vt:lpstr>
      <vt:lpstr>Заключение</vt:lpstr>
      <vt:lpstr>Основни изводи</vt:lpstr>
      <vt:lpstr>ограничения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 на корелацията между бракове и раждане</dc:title>
  <dc:creator>Stefani Arabadjieva</dc:creator>
  <cp:lastModifiedBy>Stefani Arabadjieva</cp:lastModifiedBy>
  <cp:revision>29</cp:revision>
  <dcterms:created xsi:type="dcterms:W3CDTF">2026-06-11T17:56:00Z</dcterms:created>
  <dcterms:modified xsi:type="dcterms:W3CDTF">2026-06-16T18:20:13Z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D8468120E0074BC5A66CF84C746C85B7_12</vt:lpwstr>
  </property>
  <property fmtid="{D5CDD505-2E9C-101B-9397-08002B2CF9AE}" pid="3" name="KSOProductBuildVer">
    <vt:lpwstr>2057-12.2.0.23202</vt:lpwstr>
  </property>
</Properties>
</file>